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6"/>
  </p:sldMasterIdLst>
  <p:notesMasterIdLst>
    <p:notesMasterId r:id="rId29"/>
  </p:notesMasterIdLst>
  <p:handoutMasterIdLst>
    <p:handoutMasterId r:id="rId30"/>
  </p:handoutMasterIdLst>
  <p:sldIdLst>
    <p:sldId id="500" r:id="rId17"/>
    <p:sldId id="511" r:id="rId18"/>
    <p:sldId id="512" r:id="rId19"/>
    <p:sldId id="513" r:id="rId20"/>
    <p:sldId id="506" r:id="rId21"/>
    <p:sldId id="510" r:id="rId22"/>
    <p:sldId id="508" r:id="rId23"/>
    <p:sldId id="507" r:id="rId24"/>
    <p:sldId id="514" r:id="rId25"/>
    <p:sldId id="515" r:id="rId26"/>
    <p:sldId id="505" r:id="rId27"/>
    <p:sldId id="504" r:id="rId28"/>
  </p:sldIdLst>
  <p:sldSz cx="12190413" cy="6858000"/>
  <p:notesSz cx="6858000" cy="9144000"/>
  <p:custDataLst>
    <p:tags r:id="rId31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9.10.2026" id="{0B5DC8F8-E1EE-42BB-8B04-6F1845B1FEAA}">
          <p14:sldIdLst>
            <p14:sldId id="500"/>
            <p14:sldId id="511"/>
            <p14:sldId id="512"/>
            <p14:sldId id="513"/>
            <p14:sldId id="506"/>
            <p14:sldId id="510"/>
            <p14:sldId id="508"/>
            <p14:sldId id="507"/>
            <p14:sldId id="514"/>
            <p14:sldId id="515"/>
          </p14:sldIdLst>
        </p14:section>
        <p14:section name="26.10.2026" id="{6BD670E4-1915-4540-9F17-215133EDEC5F}">
          <p14:sldIdLst>
            <p14:sldId id="505"/>
            <p14:sldId id="50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tias Andersson" initials="MA" lastIdx="1" clrIdx="0">
    <p:extLst>
      <p:ext uri="{19B8F6BF-5375-455C-9EA6-DF929625EA0E}">
        <p15:presenceInfo xmlns:p15="http://schemas.microsoft.com/office/powerpoint/2012/main" userId="S-1-5-21-4207196655-1284807994-987816898-558702" providerId="AD"/>
      </p:ext>
    </p:extLst>
  </p:cmAuthor>
  <p:cmAuthor id="2" name="Microsoft Office User" initials="MOU" lastIdx="1" clrIdx="1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F3EEA"/>
    <a:srgbClr val="990000"/>
    <a:srgbClr val="000000"/>
    <a:srgbClr val="FFCC00"/>
    <a:srgbClr val="FF6600"/>
    <a:srgbClr val="FF0000"/>
    <a:srgbClr val="FF0099"/>
    <a:srgbClr val="CC3399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48EB8-E695-4524-8021-9A904A137557}" v="294" dt="2026-10-19T07:40:29.969"/>
  </p1510:revLst>
</p1510:revInfo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820" autoAdjust="0"/>
  </p:normalViewPr>
  <p:slideViewPr>
    <p:cSldViewPr showGuides="1">
      <p:cViewPr varScale="1">
        <p:scale>
          <a:sx n="111" d="100"/>
          <a:sy n="111" d="100"/>
        </p:scale>
        <p:origin x="534" y="8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95" d="100"/>
          <a:sy n="95" d="100"/>
        </p:scale>
        <p:origin x="251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21" Type="http://schemas.openxmlformats.org/officeDocument/2006/relationships/slide" Target="slides/slide5.xml"/><Relationship Id="rId34" Type="http://schemas.openxmlformats.org/officeDocument/2006/relationships/viewProps" Target="viewProps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.xml"/><Relationship Id="rId20" Type="http://schemas.openxmlformats.org/officeDocument/2006/relationships/slide" Target="slides/slide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8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36" Type="http://schemas.openxmlformats.org/officeDocument/2006/relationships/tableStyles" Target="tableStyles.xml"/><Relationship Id="rId10" Type="http://schemas.openxmlformats.org/officeDocument/2006/relationships/customXml" Target="../customXml/item10.xml"/><Relationship Id="rId19" Type="http://schemas.openxmlformats.org/officeDocument/2006/relationships/slide" Target="slides/slide3.xml"/><Relationship Id="rId31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handoutMaster" Target="handoutMasters/handoutMaster1.xml"/><Relationship Id="rId35" Type="http://schemas.openxmlformats.org/officeDocument/2006/relationships/theme" Target="theme/theme1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nacio Hector Caviglia" userId="3fee0988-6c20-4138-8d44-544a5098d377" providerId="ADAL" clId="{E38CA375-B9F8-479D-9119-80579E771090}"/>
    <pc:docChg chg="undo redo custSel addSld delSld modSld sldOrd modSection">
      <pc:chgData name="Ignacio Hector Caviglia" userId="3fee0988-6c20-4138-8d44-544a5098d377" providerId="ADAL" clId="{E38CA375-B9F8-479D-9119-80579E771090}" dt="2026-10-19T07:41:12.047" v="2273" actId="20577"/>
      <pc:docMkLst>
        <pc:docMk/>
      </pc:docMkLst>
      <pc:sldChg chg="modSp mod">
        <pc:chgData name="Ignacio Hector Caviglia" userId="3fee0988-6c20-4138-8d44-544a5098d377" providerId="ADAL" clId="{E38CA375-B9F8-479D-9119-80579E771090}" dt="2026-10-19T07:18:52.205" v="1962" actId="20577"/>
        <pc:sldMkLst>
          <pc:docMk/>
          <pc:sldMk cId="982542195" sldId="500"/>
        </pc:sldMkLst>
        <pc:spChg chg="mod">
          <ac:chgData name="Ignacio Hector Caviglia" userId="3fee0988-6c20-4138-8d44-544a5098d377" providerId="ADAL" clId="{E38CA375-B9F8-479D-9119-80579E771090}" dt="2026-10-19T07:18:52.205" v="1962" actId="20577"/>
          <ac:spMkLst>
            <pc:docMk/>
            <pc:sldMk cId="982542195" sldId="500"/>
            <ac:spMk id="12" creationId="{F07FF698-C02A-844F-9BE5-60293E03B8EE}"/>
          </ac:spMkLst>
        </pc:spChg>
      </pc:sldChg>
      <pc:sldChg chg="del">
        <pc:chgData name="Ignacio Hector Caviglia" userId="3fee0988-6c20-4138-8d44-544a5098d377" providerId="ADAL" clId="{E38CA375-B9F8-479D-9119-80579E771090}" dt="2026-10-18T16:15:42.358" v="307" actId="47"/>
        <pc:sldMkLst>
          <pc:docMk/>
          <pc:sldMk cId="998511125" sldId="502"/>
        </pc:sldMkLst>
      </pc:sldChg>
      <pc:sldChg chg="addSp modSp mod">
        <pc:chgData name="Ignacio Hector Caviglia" userId="3fee0988-6c20-4138-8d44-544a5098d377" providerId="ADAL" clId="{E38CA375-B9F8-479D-9119-80579E771090}" dt="2026-10-19T07:41:00.521" v="2272" actId="20577"/>
        <pc:sldMkLst>
          <pc:docMk/>
          <pc:sldMk cId="1347308029" sldId="506"/>
        </pc:sldMkLst>
        <pc:spChg chg="add mod">
          <ac:chgData name="Ignacio Hector Caviglia" userId="3fee0988-6c20-4138-8d44-544a5098d377" providerId="ADAL" clId="{E38CA375-B9F8-479D-9119-80579E771090}" dt="2026-10-19T07:41:00.521" v="2272" actId="20577"/>
          <ac:spMkLst>
            <pc:docMk/>
            <pc:sldMk cId="1347308029" sldId="506"/>
            <ac:spMk id="3" creationId="{E359039D-58FB-90CE-8ED3-A9440DBEA3EB}"/>
          </ac:spMkLst>
        </pc:spChg>
        <pc:spChg chg="mod ord">
          <ac:chgData name="Ignacio Hector Caviglia" userId="3fee0988-6c20-4138-8d44-544a5098d377" providerId="ADAL" clId="{E38CA375-B9F8-479D-9119-80579E771090}" dt="2026-10-18T17:32:21.376" v="1182"/>
          <ac:spMkLst>
            <pc:docMk/>
            <pc:sldMk cId="1347308029" sldId="506"/>
            <ac:spMk id="4" creationId="{AC039CF2-45DE-5432-1414-79802D7E850C}"/>
          </ac:spMkLst>
        </pc:spChg>
        <pc:spChg chg="mod ord">
          <ac:chgData name="Ignacio Hector Caviglia" userId="3fee0988-6c20-4138-8d44-544a5098d377" providerId="ADAL" clId="{E38CA375-B9F8-479D-9119-80579E771090}" dt="2026-10-18T17:32:21.376" v="1184"/>
          <ac:spMkLst>
            <pc:docMk/>
            <pc:sldMk cId="1347308029" sldId="506"/>
            <ac:spMk id="5" creationId="{6EFE0B0B-AAB4-C020-BDFB-8F6380B68AE9}"/>
          </ac:spMkLst>
        </pc:spChg>
        <pc:spChg chg="mod">
          <ac:chgData name="Ignacio Hector Caviglia" userId="3fee0988-6c20-4138-8d44-544a5098d377" providerId="ADAL" clId="{E38CA375-B9F8-479D-9119-80579E771090}" dt="2026-10-18T17:32:21.376" v="1180"/>
          <ac:spMkLst>
            <pc:docMk/>
            <pc:sldMk cId="1347308029" sldId="506"/>
            <ac:spMk id="16" creationId="{47488D8A-FD9D-A3E2-0B4D-4ED61146D259}"/>
          </ac:spMkLst>
        </pc:spChg>
        <pc:spChg chg="mod ord">
          <ac:chgData name="Ignacio Hector Caviglia" userId="3fee0988-6c20-4138-8d44-544a5098d377" providerId="ADAL" clId="{E38CA375-B9F8-479D-9119-80579E771090}" dt="2026-10-18T17:32:21.382" v="1187"/>
          <ac:spMkLst>
            <pc:docMk/>
            <pc:sldMk cId="1347308029" sldId="506"/>
            <ac:spMk id="23" creationId="{82C78FE6-A666-B414-4483-5F9564CA3C02}"/>
          </ac:spMkLst>
        </pc:spChg>
        <pc:graphicFrameChg chg="add mod ord modVis">
          <ac:chgData name="Ignacio Hector Caviglia" userId="3fee0988-6c20-4138-8d44-544a5098d377" providerId="ADAL" clId="{E38CA375-B9F8-479D-9119-80579E771090}" dt="2026-10-18T17:32:21.382" v="1189"/>
          <ac:graphicFrameMkLst>
            <pc:docMk/>
            <pc:sldMk cId="1347308029" sldId="506"/>
            <ac:graphicFrameMk id="2" creationId="{653747DB-500C-F72B-C6D9-04CDF4DED381}"/>
          </ac:graphicFrameMkLst>
        </pc:graphicFrameChg>
        <pc:picChg chg="mod">
          <ac:chgData name="Ignacio Hector Caviglia" userId="3fee0988-6c20-4138-8d44-544a5098d377" providerId="ADAL" clId="{E38CA375-B9F8-479D-9119-80579E771090}" dt="2026-10-18T17:39:34.196" v="1454" actId="1036"/>
          <ac:picMkLst>
            <pc:docMk/>
            <pc:sldMk cId="1347308029" sldId="506"/>
            <ac:picMk id="22" creationId="{41B0FF26-B205-9AAD-A80E-C8C015796896}"/>
          </ac:picMkLst>
        </pc:picChg>
      </pc:sldChg>
      <pc:sldChg chg="addSp modSp mod">
        <pc:chgData name="Ignacio Hector Caviglia" userId="3fee0988-6c20-4138-8d44-544a5098d377" providerId="ADAL" clId="{E38CA375-B9F8-479D-9119-80579E771090}" dt="2026-10-18T17:42:05.384" v="1496"/>
        <pc:sldMkLst>
          <pc:docMk/>
          <pc:sldMk cId="72060593" sldId="507"/>
        </pc:sldMkLst>
        <pc:spChg chg="mod">
          <ac:chgData name="Ignacio Hector Caviglia" userId="3fee0988-6c20-4138-8d44-544a5098d377" providerId="ADAL" clId="{E38CA375-B9F8-479D-9119-80579E771090}" dt="2026-10-18T17:42:05.384" v="1496"/>
          <ac:spMkLst>
            <pc:docMk/>
            <pc:sldMk cId="72060593" sldId="507"/>
            <ac:spMk id="2" creationId="{0406AECF-746F-7297-C12C-524ED3F3B138}"/>
          </ac:spMkLst>
        </pc:spChg>
        <pc:graphicFrameChg chg="add mod ord modVis">
          <ac:chgData name="Ignacio Hector Caviglia" userId="3fee0988-6c20-4138-8d44-544a5098d377" providerId="ADAL" clId="{E38CA375-B9F8-479D-9119-80579E771090}" dt="2026-10-18T16:14:30.587" v="254"/>
          <ac:graphicFrameMkLst>
            <pc:docMk/>
            <pc:sldMk cId="72060593" sldId="507"/>
            <ac:graphicFrameMk id="3" creationId="{1553FD90-D78D-4B37-E40D-F1DE3402582E}"/>
          </ac:graphicFrameMkLst>
        </pc:graphicFrameChg>
      </pc:sldChg>
      <pc:sldChg chg="addSp modSp mod ord">
        <pc:chgData name="Ignacio Hector Caviglia" userId="3fee0988-6c20-4138-8d44-544a5098d377" providerId="ADAL" clId="{E38CA375-B9F8-479D-9119-80579E771090}" dt="2026-10-18T17:42:42.664" v="1498" actId="1076"/>
        <pc:sldMkLst>
          <pc:docMk/>
          <pc:sldMk cId="2945351217" sldId="508"/>
        </pc:sldMkLst>
        <pc:spChg chg="mod">
          <ac:chgData name="Ignacio Hector Caviglia" userId="3fee0988-6c20-4138-8d44-544a5098d377" providerId="ADAL" clId="{E38CA375-B9F8-479D-9119-80579E771090}" dt="2026-10-18T17:41:55.787" v="1474"/>
          <ac:spMkLst>
            <pc:docMk/>
            <pc:sldMk cId="2945351217" sldId="508"/>
            <ac:spMk id="2" creationId="{B3C86370-FB49-9955-657E-44133835ED8C}"/>
          </ac:spMkLst>
        </pc:spChg>
        <pc:spChg chg="mod ord">
          <ac:chgData name="Ignacio Hector Caviglia" userId="3fee0988-6c20-4138-8d44-544a5098d377" providerId="ADAL" clId="{E38CA375-B9F8-479D-9119-80579E771090}" dt="2026-10-18T16:14:53.176" v="288"/>
          <ac:spMkLst>
            <pc:docMk/>
            <pc:sldMk cId="2945351217" sldId="508"/>
            <ac:spMk id="4" creationId="{D33133D0-575F-87D0-6120-C35AACAAA23A}"/>
          </ac:spMkLst>
        </pc:spChg>
        <pc:spChg chg="mod ord">
          <ac:chgData name="Ignacio Hector Caviglia" userId="3fee0988-6c20-4138-8d44-544a5098d377" providerId="ADAL" clId="{E38CA375-B9F8-479D-9119-80579E771090}" dt="2026-10-18T16:14:53.176" v="290"/>
          <ac:spMkLst>
            <pc:docMk/>
            <pc:sldMk cId="2945351217" sldId="508"/>
            <ac:spMk id="5" creationId="{19A55D8A-A323-FAE3-DE97-309753485243}"/>
          </ac:spMkLst>
        </pc:spChg>
        <pc:spChg chg="mod ord">
          <ac:chgData name="Ignacio Hector Caviglia" userId="3fee0988-6c20-4138-8d44-544a5098d377" providerId="ADAL" clId="{E38CA375-B9F8-479D-9119-80579E771090}" dt="2026-10-18T16:14:53.176" v="292"/>
          <ac:spMkLst>
            <pc:docMk/>
            <pc:sldMk cId="2945351217" sldId="508"/>
            <ac:spMk id="6" creationId="{603D0CAB-C913-5A94-5886-FB2E29391F88}"/>
          </ac:spMkLst>
        </pc:spChg>
        <pc:graphicFrameChg chg="add mod ord modVis">
          <ac:chgData name="Ignacio Hector Caviglia" userId="3fee0988-6c20-4138-8d44-544a5098d377" providerId="ADAL" clId="{E38CA375-B9F8-479D-9119-80579E771090}" dt="2026-10-18T16:14:53.190" v="296"/>
          <ac:graphicFrameMkLst>
            <pc:docMk/>
            <pc:sldMk cId="2945351217" sldId="508"/>
            <ac:graphicFrameMk id="3" creationId="{6602404A-5445-2E73-65E2-07904BD893CC}"/>
          </ac:graphicFrameMkLst>
        </pc:graphicFrameChg>
        <pc:picChg chg="mod">
          <ac:chgData name="Ignacio Hector Caviglia" userId="3fee0988-6c20-4138-8d44-544a5098d377" providerId="ADAL" clId="{E38CA375-B9F8-479D-9119-80579E771090}" dt="2026-10-18T17:42:42.664" v="1498" actId="1076"/>
          <ac:picMkLst>
            <pc:docMk/>
            <pc:sldMk cId="2945351217" sldId="508"/>
            <ac:picMk id="7" creationId="{8CDD283D-C942-594E-9CE2-628C0D0CA760}"/>
          </ac:picMkLst>
        </pc:picChg>
      </pc:sldChg>
      <pc:sldChg chg="del">
        <pc:chgData name="Ignacio Hector Caviglia" userId="3fee0988-6c20-4138-8d44-544a5098d377" providerId="ADAL" clId="{E38CA375-B9F8-479D-9119-80579E771090}" dt="2026-10-18T15:59:11.861" v="208" actId="47"/>
        <pc:sldMkLst>
          <pc:docMk/>
          <pc:sldMk cId="3375354280" sldId="509"/>
        </pc:sldMkLst>
      </pc:sldChg>
      <pc:sldChg chg="addSp delSp modSp new mod">
        <pc:chgData name="Ignacio Hector Caviglia" userId="3fee0988-6c20-4138-8d44-544a5098d377" providerId="ADAL" clId="{E38CA375-B9F8-479D-9119-80579E771090}" dt="2026-10-18T17:18:18.400" v="979"/>
        <pc:sldMkLst>
          <pc:docMk/>
          <pc:sldMk cId="2297778596" sldId="510"/>
        </pc:sldMkLst>
        <pc:spChg chg="mod">
          <ac:chgData name="Ignacio Hector Caviglia" userId="3fee0988-6c20-4138-8d44-544a5098d377" providerId="ADAL" clId="{E38CA375-B9F8-479D-9119-80579E771090}" dt="2026-10-18T17:18:18.400" v="979"/>
          <ac:spMkLst>
            <pc:docMk/>
            <pc:sldMk cId="2297778596" sldId="510"/>
            <ac:spMk id="2" creationId="{3F612DB9-1130-E7CC-D701-F046DB80E46E}"/>
          </ac:spMkLst>
        </pc:spChg>
        <pc:graphicFrameChg chg="add mod ord modVis">
          <ac:chgData name="Ignacio Hector Caviglia" userId="3fee0988-6c20-4138-8d44-544a5098d377" providerId="ADAL" clId="{E38CA375-B9F8-479D-9119-80579E771090}" dt="2026-10-18T15:57:12.502" v="153"/>
          <ac:graphicFrameMkLst>
            <pc:docMk/>
            <pc:sldMk cId="2297778596" sldId="510"/>
            <ac:graphicFrameMk id="3" creationId="{7DF50539-128F-0CB4-5E53-944B2775D1BC}"/>
          </ac:graphicFrameMkLst>
        </pc:graphicFrameChg>
        <pc:picChg chg="add mod ord">
          <ac:chgData name="Ignacio Hector Caviglia" userId="3fee0988-6c20-4138-8d44-544a5098d377" providerId="ADAL" clId="{E38CA375-B9F8-479D-9119-80579E771090}" dt="2026-10-07T13:01:02.403" v="2"/>
          <ac:picMkLst>
            <pc:docMk/>
            <pc:sldMk cId="2297778596" sldId="510"/>
            <ac:picMk id="8" creationId="{073620BD-50F9-AD62-F4BF-01DE69CD413E}"/>
          </ac:picMkLst>
        </pc:picChg>
      </pc:sldChg>
      <pc:sldChg chg="addSp delSp modSp new mod">
        <pc:chgData name="Ignacio Hector Caviglia" userId="3fee0988-6c20-4138-8d44-544a5098d377" providerId="ADAL" clId="{E38CA375-B9F8-479D-9119-80579E771090}" dt="2026-10-18T16:12:20.528" v="231" actId="1076"/>
        <pc:sldMkLst>
          <pc:docMk/>
          <pc:sldMk cId="4060568216" sldId="511"/>
        </pc:sldMkLst>
        <pc:spChg chg="mod">
          <ac:chgData name="Ignacio Hector Caviglia" userId="3fee0988-6c20-4138-8d44-544a5098d377" providerId="ADAL" clId="{E38CA375-B9F8-479D-9119-80579E771090}" dt="2026-10-18T15:24:07.356" v="54"/>
          <ac:spMkLst>
            <pc:docMk/>
            <pc:sldMk cId="4060568216" sldId="511"/>
            <ac:spMk id="2" creationId="{150319D6-C188-9408-5641-BEDFBB989DEE}"/>
          </ac:spMkLst>
        </pc:spChg>
        <pc:spChg chg="mod">
          <ac:chgData name="Ignacio Hector Caviglia" userId="3fee0988-6c20-4138-8d44-544a5098d377" providerId="ADAL" clId="{E38CA375-B9F8-479D-9119-80579E771090}" dt="2026-10-18T16:11:26.817" v="224" actId="14100"/>
          <ac:spMkLst>
            <pc:docMk/>
            <pc:sldMk cId="4060568216" sldId="511"/>
            <ac:spMk id="3" creationId="{63D4CAD9-674C-AB63-DAE6-2DACC5C298CB}"/>
          </ac:spMkLst>
        </pc:spChg>
        <pc:spChg chg="add del mod">
          <ac:chgData name="Ignacio Hector Caviglia" userId="3fee0988-6c20-4138-8d44-544a5098d377" providerId="ADAL" clId="{E38CA375-B9F8-479D-9119-80579E771090}" dt="2026-10-18T15:43:24.548" v="94" actId="478"/>
          <ac:spMkLst>
            <pc:docMk/>
            <pc:sldMk cId="4060568216" sldId="511"/>
            <ac:spMk id="13" creationId="{9E2911CF-236B-DD5F-54C0-8DDBC8D96FCB}"/>
          </ac:spMkLst>
        </pc:spChg>
        <pc:spChg chg="add del mod">
          <ac:chgData name="Ignacio Hector Caviglia" userId="3fee0988-6c20-4138-8d44-544a5098d377" providerId="ADAL" clId="{E38CA375-B9F8-479D-9119-80579E771090}" dt="2026-10-18T15:43:22.157" v="93" actId="478"/>
          <ac:spMkLst>
            <pc:docMk/>
            <pc:sldMk cId="4060568216" sldId="511"/>
            <ac:spMk id="15" creationId="{0A57EF5A-CEE5-4D14-DC66-648F71C46C60}"/>
          </ac:spMkLst>
        </pc:spChg>
        <pc:spChg chg="add del mod">
          <ac:chgData name="Ignacio Hector Caviglia" userId="3fee0988-6c20-4138-8d44-544a5098d377" providerId="ADAL" clId="{E38CA375-B9F8-479D-9119-80579E771090}" dt="2026-10-18T15:31:28.808" v="77" actId="478"/>
          <ac:spMkLst>
            <pc:docMk/>
            <pc:sldMk cId="4060568216" sldId="511"/>
            <ac:spMk id="17" creationId="{80090828-1F59-DB54-E244-27D65CE9CDAA}"/>
          </ac:spMkLst>
        </pc:spChg>
        <pc:graphicFrameChg chg="add mod ord modVis">
          <ac:chgData name="Ignacio Hector Caviglia" userId="3fee0988-6c20-4138-8d44-544a5098d377" providerId="ADAL" clId="{E38CA375-B9F8-479D-9119-80579E771090}" dt="2026-10-18T15:24:02.502" v="29"/>
          <ac:graphicFrameMkLst>
            <pc:docMk/>
            <pc:sldMk cId="4060568216" sldId="511"/>
            <ac:graphicFrameMk id="7" creationId="{06B9FCE2-F651-8C7C-624E-1753F7AAD674}"/>
          </ac:graphicFrameMkLst>
        </pc:graphicFrameChg>
        <pc:graphicFrameChg chg="add mod modGraphic">
          <ac:chgData name="Ignacio Hector Caviglia" userId="3fee0988-6c20-4138-8d44-544a5098d377" providerId="ADAL" clId="{E38CA375-B9F8-479D-9119-80579E771090}" dt="2026-10-18T15:44:34.476" v="105" actId="207"/>
          <ac:graphicFrameMkLst>
            <pc:docMk/>
            <pc:sldMk cId="4060568216" sldId="511"/>
            <ac:graphicFrameMk id="19" creationId="{547ABE4C-9CC1-73AE-53C8-A9545D630729}"/>
          </ac:graphicFrameMkLst>
        </pc:graphicFrameChg>
        <pc:picChg chg="add del mod">
          <ac:chgData name="Ignacio Hector Caviglia" userId="3fee0988-6c20-4138-8d44-544a5098d377" providerId="ADAL" clId="{E38CA375-B9F8-479D-9119-80579E771090}" dt="2026-10-18T15:31:34.256" v="79" actId="478"/>
          <ac:picMkLst>
            <pc:docMk/>
            <pc:sldMk cId="4060568216" sldId="511"/>
            <ac:picMk id="9" creationId="{CF717C15-A2BA-8076-9018-BCE8597B0B03}"/>
          </ac:picMkLst>
        </pc:picChg>
        <pc:picChg chg="add del mod">
          <ac:chgData name="Ignacio Hector Caviglia" userId="3fee0988-6c20-4138-8d44-544a5098d377" providerId="ADAL" clId="{E38CA375-B9F8-479D-9119-80579E771090}" dt="2026-10-18T15:31:30.838" v="78" actId="478"/>
          <ac:picMkLst>
            <pc:docMk/>
            <pc:sldMk cId="4060568216" sldId="511"/>
            <ac:picMk id="11" creationId="{12392672-71BB-FBE0-7D03-C6F35B308FA5}"/>
          </ac:picMkLst>
        </pc:picChg>
        <pc:picChg chg="add mod">
          <ac:chgData name="Ignacio Hector Caviglia" userId="3fee0988-6c20-4138-8d44-544a5098d377" providerId="ADAL" clId="{E38CA375-B9F8-479D-9119-80579E771090}" dt="2026-10-18T16:12:20.528" v="231" actId="1076"/>
          <ac:picMkLst>
            <pc:docMk/>
            <pc:sldMk cId="4060568216" sldId="511"/>
            <ac:picMk id="21" creationId="{BB915CE0-19D3-0C68-3859-08FD46199C7B}"/>
          </ac:picMkLst>
        </pc:picChg>
      </pc:sldChg>
      <pc:sldChg chg="addSp delSp modSp new mod modAnim">
        <pc:chgData name="Ignacio Hector Caviglia" userId="3fee0988-6c20-4138-8d44-544a5098d377" providerId="ADAL" clId="{E38CA375-B9F8-479D-9119-80579E771090}" dt="2026-10-19T07:21:28.334" v="1978" actId="14100"/>
        <pc:sldMkLst>
          <pc:docMk/>
          <pc:sldMk cId="2168795808" sldId="512"/>
        </pc:sldMkLst>
        <pc:spChg chg="mod">
          <ac:chgData name="Ignacio Hector Caviglia" userId="3fee0988-6c20-4138-8d44-544a5098d377" providerId="ADAL" clId="{E38CA375-B9F8-479D-9119-80579E771090}" dt="2026-10-18T15:59:08.969" v="207"/>
          <ac:spMkLst>
            <pc:docMk/>
            <pc:sldMk cId="2168795808" sldId="512"/>
            <ac:spMk id="2" creationId="{4E6AA1EE-EFFC-8F39-F3F9-7790DCA04003}"/>
          </ac:spMkLst>
        </pc:spChg>
        <pc:spChg chg="del">
          <ac:chgData name="Ignacio Hector Caviglia" userId="3fee0988-6c20-4138-8d44-544a5098d377" providerId="ADAL" clId="{E38CA375-B9F8-479D-9119-80579E771090}" dt="2026-10-18T15:58:42.666" v="177" actId="478"/>
          <ac:spMkLst>
            <pc:docMk/>
            <pc:sldMk cId="2168795808" sldId="512"/>
            <ac:spMk id="3" creationId="{DD0626E7-F612-5259-DE20-5EED29C98ECF}"/>
          </ac:spMkLst>
        </pc:spChg>
        <pc:spChg chg="add mod">
          <ac:chgData name="Ignacio Hector Caviglia" userId="3fee0988-6c20-4138-8d44-544a5098d377" providerId="ADAL" clId="{E38CA375-B9F8-479D-9119-80579E771090}" dt="2026-10-19T07:21:19.192" v="1977" actId="1035"/>
          <ac:spMkLst>
            <pc:docMk/>
            <pc:sldMk cId="2168795808" sldId="512"/>
            <ac:spMk id="14" creationId="{C29F069A-9835-1645-70ED-E6A04A837AC1}"/>
          </ac:spMkLst>
        </pc:spChg>
        <pc:spChg chg="add mod">
          <ac:chgData name="Ignacio Hector Caviglia" userId="3fee0988-6c20-4138-8d44-544a5098d377" providerId="ADAL" clId="{E38CA375-B9F8-479D-9119-80579E771090}" dt="2026-10-19T07:21:19.192" v="1977" actId="1035"/>
          <ac:spMkLst>
            <pc:docMk/>
            <pc:sldMk cId="2168795808" sldId="512"/>
            <ac:spMk id="16" creationId="{F1134A61-2539-AE9E-5B4C-53EE23B9C28B}"/>
          </ac:spMkLst>
        </pc:spChg>
        <pc:spChg chg="add mod">
          <ac:chgData name="Ignacio Hector Caviglia" userId="3fee0988-6c20-4138-8d44-544a5098d377" providerId="ADAL" clId="{E38CA375-B9F8-479D-9119-80579E771090}" dt="2026-10-19T07:21:19.192" v="1977" actId="1035"/>
          <ac:spMkLst>
            <pc:docMk/>
            <pc:sldMk cId="2168795808" sldId="512"/>
            <ac:spMk id="18" creationId="{AF8E8E44-8D01-1438-5B68-29FDEFA8243F}"/>
          </ac:spMkLst>
        </pc:spChg>
        <pc:spChg chg="add mod">
          <ac:chgData name="Ignacio Hector Caviglia" userId="3fee0988-6c20-4138-8d44-544a5098d377" providerId="ADAL" clId="{E38CA375-B9F8-479D-9119-80579E771090}" dt="2026-10-19T07:21:28.334" v="1978" actId="14100"/>
          <ac:spMkLst>
            <pc:docMk/>
            <pc:sldMk cId="2168795808" sldId="512"/>
            <ac:spMk id="20" creationId="{BF093C9D-A71F-D78F-8072-771C702B1A72}"/>
          </ac:spMkLst>
        </pc:spChg>
        <pc:graphicFrameChg chg="add mod ord modVis">
          <ac:chgData name="Ignacio Hector Caviglia" userId="3fee0988-6c20-4138-8d44-544a5098d377" providerId="ADAL" clId="{E38CA375-B9F8-479D-9119-80579E771090}" dt="2026-10-18T15:59:07.389" v="198"/>
          <ac:graphicFrameMkLst>
            <pc:docMk/>
            <pc:sldMk cId="2168795808" sldId="512"/>
            <ac:graphicFrameMk id="19" creationId="{B37C0049-C0D8-AF08-A5E5-F1CBFAAE6F91}"/>
          </ac:graphicFrameMkLst>
        </pc:graphicFrameChg>
        <pc:picChg chg="add mod modCrop">
          <ac:chgData name="Ignacio Hector Caviglia" userId="3fee0988-6c20-4138-8d44-544a5098d377" providerId="ADAL" clId="{E38CA375-B9F8-479D-9119-80579E771090}" dt="2026-10-19T07:20:52.404" v="1965" actId="732"/>
          <ac:picMkLst>
            <pc:docMk/>
            <pc:sldMk cId="2168795808" sldId="512"/>
            <ac:picMk id="8" creationId="{82C8DF95-B1AE-A1AF-6DB0-AB2FCD114C52}"/>
          </ac:picMkLst>
        </pc:picChg>
        <pc:picChg chg="add mod modCrop">
          <ac:chgData name="Ignacio Hector Caviglia" userId="3fee0988-6c20-4138-8d44-544a5098d377" providerId="ADAL" clId="{E38CA375-B9F8-479D-9119-80579E771090}" dt="2026-10-19T07:20:44.103" v="1964" actId="732"/>
          <ac:picMkLst>
            <pc:docMk/>
            <pc:sldMk cId="2168795808" sldId="512"/>
            <ac:picMk id="10" creationId="{6B784730-F3F9-1EEA-8C2C-A86D4618BA2D}"/>
          </ac:picMkLst>
        </pc:picChg>
        <pc:picChg chg="add mod modCrop">
          <ac:chgData name="Ignacio Hector Caviglia" userId="3fee0988-6c20-4138-8d44-544a5098d377" providerId="ADAL" clId="{E38CA375-B9F8-479D-9119-80579E771090}" dt="2026-10-19T07:20:38.023" v="1963" actId="732"/>
          <ac:picMkLst>
            <pc:docMk/>
            <pc:sldMk cId="2168795808" sldId="512"/>
            <ac:picMk id="12" creationId="{A7C393EA-7D89-7072-BB67-2C8A5120349F}"/>
          </ac:picMkLst>
        </pc:picChg>
      </pc:sldChg>
      <pc:sldChg chg="addSp delSp modSp new mod">
        <pc:chgData name="Ignacio Hector Caviglia" userId="3fee0988-6c20-4138-8d44-544a5098d377" providerId="ADAL" clId="{E38CA375-B9F8-479D-9119-80579E771090}" dt="2026-10-19T07:41:12.047" v="2273" actId="20577"/>
        <pc:sldMkLst>
          <pc:docMk/>
          <pc:sldMk cId="3341583003" sldId="513"/>
        </pc:sldMkLst>
        <pc:spChg chg="mod">
          <ac:chgData name="Ignacio Hector Caviglia" userId="3fee0988-6c20-4138-8d44-544a5098d377" providerId="ADAL" clId="{E38CA375-B9F8-479D-9119-80579E771090}" dt="2026-10-18T17:12:48.024" v="825"/>
          <ac:spMkLst>
            <pc:docMk/>
            <pc:sldMk cId="3341583003" sldId="513"/>
            <ac:spMk id="2" creationId="{ECD16A42-3C94-D6AA-DA74-2EC1CC1EA2FC}"/>
          </ac:spMkLst>
        </pc:spChg>
        <pc:spChg chg="mod">
          <ac:chgData name="Ignacio Hector Caviglia" userId="3fee0988-6c20-4138-8d44-544a5098d377" providerId="ADAL" clId="{E38CA375-B9F8-479D-9119-80579E771090}" dt="2026-10-18T17:09:32.807" v="751" actId="20577"/>
          <ac:spMkLst>
            <pc:docMk/>
            <pc:sldMk cId="3341583003" sldId="513"/>
            <ac:spMk id="3" creationId="{F564FFBC-1746-623E-4225-D031BAA4823A}"/>
          </ac:spMkLst>
        </pc:spChg>
        <pc:spChg chg="add del mod">
          <ac:chgData name="Ignacio Hector Caviglia" userId="3fee0988-6c20-4138-8d44-544a5098d377" providerId="ADAL" clId="{E38CA375-B9F8-479D-9119-80579E771090}" dt="2026-10-18T16:58:38.381" v="497" actId="478"/>
          <ac:spMkLst>
            <pc:docMk/>
            <pc:sldMk cId="3341583003" sldId="513"/>
            <ac:spMk id="12" creationId="{A668A161-9470-077A-7998-A16328B935A8}"/>
          </ac:spMkLst>
        </pc:spChg>
        <pc:spChg chg="add del mod">
          <ac:chgData name="Ignacio Hector Caviglia" userId="3fee0988-6c20-4138-8d44-544a5098d377" providerId="ADAL" clId="{E38CA375-B9F8-479D-9119-80579E771090}" dt="2026-10-18T16:58:35.281" v="496" actId="478"/>
          <ac:spMkLst>
            <pc:docMk/>
            <pc:sldMk cId="3341583003" sldId="513"/>
            <ac:spMk id="13" creationId="{E7684EEE-711D-7C25-FE53-71543D3110FD}"/>
          </ac:spMkLst>
        </pc:spChg>
        <pc:spChg chg="add mod">
          <ac:chgData name="Ignacio Hector Caviglia" userId="3fee0988-6c20-4138-8d44-544a5098d377" providerId="ADAL" clId="{E38CA375-B9F8-479D-9119-80579E771090}" dt="2026-10-19T07:41:12.047" v="2273" actId="20577"/>
          <ac:spMkLst>
            <pc:docMk/>
            <pc:sldMk cId="3341583003" sldId="513"/>
            <ac:spMk id="14" creationId="{6401C504-F43D-136F-400D-030562089AB4}"/>
          </ac:spMkLst>
        </pc:spChg>
        <pc:graphicFrameChg chg="add mod ord modVis">
          <ac:chgData name="Ignacio Hector Caviglia" userId="3fee0988-6c20-4138-8d44-544a5098d377" providerId="ADAL" clId="{E38CA375-B9F8-479D-9119-80579E771090}" dt="2026-10-18T16:25:42.181" v="383"/>
          <ac:graphicFrameMkLst>
            <pc:docMk/>
            <pc:sldMk cId="3341583003" sldId="513"/>
            <ac:graphicFrameMk id="7" creationId="{FA0769AC-D3E3-CCCB-07FB-72EECD4CDA5A}"/>
          </ac:graphicFrameMkLst>
        </pc:graphicFrameChg>
        <pc:picChg chg="add del mod">
          <ac:chgData name="Ignacio Hector Caviglia" userId="3fee0988-6c20-4138-8d44-544a5098d377" providerId="ADAL" clId="{E38CA375-B9F8-479D-9119-80579E771090}" dt="2026-10-18T16:32:57.057" v="396" actId="478"/>
          <ac:picMkLst>
            <pc:docMk/>
            <pc:sldMk cId="3341583003" sldId="513"/>
            <ac:picMk id="9" creationId="{E59797C9-91DF-9A68-8663-5D25AF7B6B11}"/>
          </ac:picMkLst>
        </pc:picChg>
        <pc:picChg chg="add mod">
          <ac:chgData name="Ignacio Hector Caviglia" userId="3fee0988-6c20-4138-8d44-544a5098d377" providerId="ADAL" clId="{E38CA375-B9F8-479D-9119-80579E771090}" dt="2026-10-18T17:12:15.836" v="808" actId="1440"/>
          <ac:picMkLst>
            <pc:docMk/>
            <pc:sldMk cId="3341583003" sldId="513"/>
            <ac:picMk id="11" creationId="{A11F28BF-46FA-2352-9B22-57C29814E4C8}"/>
          </ac:picMkLst>
        </pc:picChg>
      </pc:sldChg>
      <pc:sldChg chg="addSp modSp new mod">
        <pc:chgData name="Ignacio Hector Caviglia" userId="3fee0988-6c20-4138-8d44-544a5098d377" providerId="ADAL" clId="{E38CA375-B9F8-479D-9119-80579E771090}" dt="2026-10-19T07:38:25.309" v="2201" actId="20577"/>
        <pc:sldMkLst>
          <pc:docMk/>
          <pc:sldMk cId="149995564" sldId="514"/>
        </pc:sldMkLst>
        <pc:spChg chg="mod">
          <ac:chgData name="Ignacio Hector Caviglia" userId="3fee0988-6c20-4138-8d44-544a5098d377" providerId="ADAL" clId="{E38CA375-B9F8-479D-9119-80579E771090}" dt="2026-10-18T17:46:13.438" v="1509"/>
          <ac:spMkLst>
            <pc:docMk/>
            <pc:sldMk cId="149995564" sldId="514"/>
            <ac:spMk id="2" creationId="{1022E0B2-B60C-962B-EF18-8F156F63ADA4}"/>
          </ac:spMkLst>
        </pc:spChg>
        <pc:spChg chg="mod">
          <ac:chgData name="Ignacio Hector Caviglia" userId="3fee0988-6c20-4138-8d44-544a5098d377" providerId="ADAL" clId="{E38CA375-B9F8-479D-9119-80579E771090}" dt="2026-10-19T07:38:25.309" v="2201" actId="20577"/>
          <ac:spMkLst>
            <pc:docMk/>
            <pc:sldMk cId="149995564" sldId="514"/>
            <ac:spMk id="3" creationId="{67287634-C613-8860-582C-505D100D3665}"/>
          </ac:spMkLst>
        </pc:spChg>
        <pc:graphicFrameChg chg="add mod ord modVis">
          <ac:chgData name="Ignacio Hector Caviglia" userId="3fee0988-6c20-4138-8d44-544a5098d377" providerId="ADAL" clId="{E38CA375-B9F8-479D-9119-80579E771090}" dt="2026-10-18T16:15:57.002" v="341"/>
          <ac:graphicFrameMkLst>
            <pc:docMk/>
            <pc:sldMk cId="149995564" sldId="514"/>
            <ac:graphicFrameMk id="7" creationId="{75FE5DEB-5F9E-55A7-1DBF-3A1137B6B480}"/>
          </ac:graphicFrameMkLst>
        </pc:graphicFrameChg>
      </pc:sldChg>
      <pc:sldChg chg="addSp modSp new mod">
        <pc:chgData name="Ignacio Hector Caviglia" userId="3fee0988-6c20-4138-8d44-544a5098d377" providerId="ADAL" clId="{E38CA375-B9F8-479D-9119-80579E771090}" dt="2026-10-19T07:40:29.969" v="2234"/>
        <pc:sldMkLst>
          <pc:docMk/>
          <pc:sldMk cId="301616206" sldId="515"/>
        </pc:sldMkLst>
        <pc:spChg chg="mod">
          <ac:chgData name="Ignacio Hector Caviglia" userId="3fee0988-6c20-4138-8d44-544a5098d377" providerId="ADAL" clId="{E38CA375-B9F8-479D-9119-80579E771090}" dt="2026-10-19T07:38:54.494" v="2215"/>
          <ac:spMkLst>
            <pc:docMk/>
            <pc:sldMk cId="301616206" sldId="515"/>
            <ac:spMk id="2" creationId="{013F1D38-0D11-5406-CF6B-C350C80B0826}"/>
          </ac:spMkLst>
        </pc:spChg>
        <pc:spChg chg="mod">
          <ac:chgData name="Ignacio Hector Caviglia" userId="3fee0988-6c20-4138-8d44-544a5098d377" providerId="ADAL" clId="{E38CA375-B9F8-479D-9119-80579E771090}" dt="2026-10-19T07:40:29.969" v="2234"/>
          <ac:spMkLst>
            <pc:docMk/>
            <pc:sldMk cId="301616206" sldId="515"/>
            <ac:spMk id="3" creationId="{1A5CB18A-180F-1942-A33E-7E3FBDB27DF7}"/>
          </ac:spMkLst>
        </pc:spChg>
        <pc:graphicFrameChg chg="add mod ord modVis">
          <ac:chgData name="Ignacio Hector Caviglia" userId="3fee0988-6c20-4138-8d44-544a5098d377" providerId="ADAL" clId="{E38CA375-B9F8-479D-9119-80579E771090}" dt="2026-10-19T07:38:54.549" v="2229"/>
          <ac:graphicFrameMkLst>
            <pc:docMk/>
            <pc:sldMk cId="301616206" sldId="515"/>
            <ac:graphicFrameMk id="7" creationId="{F58F33AF-BEEA-F98B-7DFF-444F19EB0EE6}"/>
          </ac:graphicFrameMkLst>
        </pc:graphicFrameChg>
      </pc:sldChg>
      <pc:sldChg chg="modSp add del mod">
        <pc:chgData name="Ignacio Hector Caviglia" userId="3fee0988-6c20-4138-8d44-544a5098d377" providerId="ADAL" clId="{E38CA375-B9F8-479D-9119-80579E771090}" dt="2026-10-18T15:56:51.357" v="106" actId="47"/>
        <pc:sldMkLst>
          <pc:docMk/>
          <pc:sldMk cId="244703015" sldId="2134806225"/>
        </pc:sldMkLst>
        <pc:spChg chg="mod">
          <ac:chgData name="Ignacio Hector Caviglia" userId="3fee0988-6c20-4138-8d44-544a5098d377" providerId="ADAL" clId="{E38CA375-B9F8-479D-9119-80579E771090}" dt="2026-10-18T15:29:41.872" v="58"/>
          <ac:spMkLst>
            <pc:docMk/>
            <pc:sldMk cId="244703015" sldId="2134806225"/>
            <ac:spMk id="2" creationId="{5D8E299B-C638-EA08-5B1B-275B4EAFF884}"/>
          </ac:spMkLst>
        </pc:spChg>
        <pc:graphicFrameChg chg="mod">
          <ac:chgData name="Ignacio Hector Caviglia" userId="3fee0988-6c20-4138-8d44-544a5098d377" providerId="ADAL" clId="{E38CA375-B9F8-479D-9119-80579E771090}" dt="2026-10-18T15:29:41.888" v="60"/>
          <ac:graphicFrameMkLst>
            <pc:docMk/>
            <pc:sldMk cId="244703015" sldId="2134806225"/>
            <ac:graphicFrameMk id="3" creationId="{684041D3-A1DB-485E-5CAB-6C39F313CFFD}"/>
          </ac:graphicFrameMkLst>
        </pc:graphicFrameChg>
      </pc:sldChg>
      <pc:sldChg chg="modSp add del mod">
        <pc:chgData name="Ignacio Hector Caviglia" userId="3fee0988-6c20-4138-8d44-544a5098d377" providerId="ADAL" clId="{E38CA375-B9F8-479D-9119-80579E771090}" dt="2026-10-18T15:30:06.390" v="68"/>
        <pc:sldMkLst>
          <pc:docMk/>
          <pc:sldMk cId="721059297" sldId="2134806226"/>
        </pc:sldMkLst>
        <pc:spChg chg="mod">
          <ac:chgData name="Ignacio Hector Caviglia" userId="3fee0988-6c20-4138-8d44-544a5098d377" providerId="ADAL" clId="{E38CA375-B9F8-479D-9119-80579E771090}" dt="2026-10-18T15:30:05.274" v="64"/>
          <ac:spMkLst>
            <pc:docMk/>
            <pc:sldMk cId="721059297" sldId="2134806226"/>
            <ac:spMk id="2" creationId="{5D8E299B-C638-EA08-5B1B-275B4EAFF884}"/>
          </ac:spMkLst>
        </pc:spChg>
        <pc:graphicFrameChg chg="mod">
          <ac:chgData name="Ignacio Hector Caviglia" userId="3fee0988-6c20-4138-8d44-544a5098d377" providerId="ADAL" clId="{E38CA375-B9F8-479D-9119-80579E771090}" dt="2026-10-18T15:30:06.390" v="68"/>
          <ac:graphicFrameMkLst>
            <pc:docMk/>
            <pc:sldMk cId="721059297" sldId="2134806226"/>
            <ac:graphicFrameMk id="3" creationId="{684041D3-A1DB-485E-5CAB-6C39F313CFFD}"/>
          </ac:graphicFrameMkLst>
        </pc:graphicFrameChg>
        <pc:graphicFrameChg chg="mod">
          <ac:chgData name="Ignacio Hector Caviglia" userId="3fee0988-6c20-4138-8d44-544a5098d377" providerId="ADAL" clId="{E38CA375-B9F8-479D-9119-80579E771090}" dt="2026-10-18T15:30:04.736" v="61"/>
          <ac:graphicFrameMkLst>
            <pc:docMk/>
            <pc:sldMk cId="721059297" sldId="2134806226"/>
            <ac:graphicFrameMk id="8" creationId="{E96D63C2-4FC1-DF84-A1A3-CCDD1E0585E2}"/>
          </ac:graphicFrameMkLst>
        </pc:graphicFrameChg>
      </pc:sldChg>
      <pc:sldMasterChg chg="delSldLayout">
        <pc:chgData name="Ignacio Hector Caviglia" userId="3fee0988-6c20-4138-8d44-544a5098d377" providerId="ADAL" clId="{E38CA375-B9F8-479D-9119-80579E771090}" dt="2026-10-18T15:56:51.357" v="106" actId="47"/>
        <pc:sldMasterMkLst>
          <pc:docMk/>
          <pc:sldMasterMk cId="2454702602" sldId="2147483662"/>
        </pc:sldMasterMkLst>
        <pc:sldLayoutChg chg="del">
          <pc:chgData name="Ignacio Hector Caviglia" userId="3fee0988-6c20-4138-8d44-544a5098d377" providerId="ADAL" clId="{E38CA375-B9F8-479D-9119-80579E771090}" dt="2026-10-18T15:56:51.357" v="106" actId="47"/>
          <pc:sldLayoutMkLst>
            <pc:docMk/>
            <pc:sldMasterMk cId="2454702602" sldId="2147483662"/>
            <pc:sldLayoutMk cId="1369573611" sldId="214748367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19587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3960C-3087-4D97-8CC6-70998846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C8AD3E-0533-06BB-3203-46002FA3E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FB04C-D568-BA78-40CE-D3E8A41C0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A98D4-A1D9-500A-A6DB-69B465B98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35934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z="800" dirty="0"/>
              <a:t>A deconstructed comparison of DWM and LES wake aerodynamics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AA7BA0-0B57-144D-AF9F-8BC95D0CF6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6" r="25905"/>
          <a:stretch/>
        </p:blipFill>
        <p:spPr>
          <a:xfrm>
            <a:off x="11267516" y="252716"/>
            <a:ext cx="660959" cy="611284"/>
          </a:xfrm>
          <a:prstGeom prst="rect">
            <a:avLst/>
          </a:prstGeom>
        </p:spPr>
      </p:pic>
      <p:sp>
        <p:nvSpPr>
          <p:cNvPr id="10" name="Logo white">
            <a:extLst>
              <a:ext uri="{FF2B5EF4-FFF2-40B4-BE49-F238E27FC236}">
                <a16:creationId xmlns:a16="http://schemas.microsoft.com/office/drawing/2014/main" id="{FC411777-B07F-B446-A2D9-F12CE6C3BB88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7" name="Date Placeholder 9">
            <a:extLst>
              <a:ext uri="{FF2B5EF4-FFF2-40B4-BE49-F238E27FC236}">
                <a16:creationId xmlns:a16="http://schemas.microsoft.com/office/drawing/2014/main" id="{EE5436C8-1F12-977F-6ACA-15B788410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7598" y="6517037"/>
            <a:ext cx="733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3DF5C358-002F-4FFE-AE51-8D3FBE9A7FC8}" type="datetimeFigureOut">
              <a:rPr lang="en-US" smtClean="0"/>
              <a:pPr/>
              <a:t>10/19/2026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751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sz="800" dirty="0"/>
              <a:t>A deconstructed comparison of DWM and LES wake aerodynamics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04D2BAA8-A563-0D13-D225-ABE2D961C3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7598" y="6517037"/>
            <a:ext cx="733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3DF5C358-002F-4FFE-AE51-8D3FBE9A7FC8}" type="datetimeFigureOut">
              <a:rPr lang="en-US" smtClean="0"/>
              <a:pPr/>
              <a:t>10/19/2026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/>
              <a:t>A deconstructed comparison of DWM and LES wake aerodynamics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58AEF35A-E6D5-9E5B-1FD2-C76BEEFC1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7598" y="6517037"/>
            <a:ext cx="733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3DF5C358-002F-4FFE-AE51-8D3FBE9A7FC8}" type="datetimeFigureOut">
              <a:rPr lang="en-US" smtClean="0"/>
              <a:pPr/>
              <a:t>10/19/2026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836711"/>
            <a:ext cx="9312374" cy="56213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0B325B-A25A-D56A-EF8C-3A7C961092A0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67960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849733"/>
            <a:ext cx="6048672" cy="5491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15370-C44B-16D1-4345-7DCD91BF3A49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836711"/>
            <a:ext cx="6865740" cy="56213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26095-B382-DC60-053F-48583B07F1BB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55474-F7C5-8595-5CCC-39641AF009EB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/>
              <a:t>A deconstructed comparison of DWM and LES wake aerodynamics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781DC4C9-7CE1-1E20-D42A-C8AB14F119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7598" y="6517037"/>
            <a:ext cx="733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3DF5C358-002F-4FFE-AE51-8D3FBE9A7FC8}" type="datetimeFigureOut">
              <a:rPr lang="en-US" smtClean="0"/>
              <a:pPr/>
              <a:t>10/19/2026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/>
              <a:t>A deconstructed comparison of DWM and LES wake aerodynamics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9">
            <a:extLst>
              <a:ext uri="{FF2B5EF4-FFF2-40B4-BE49-F238E27FC236}">
                <a16:creationId xmlns:a16="http://schemas.microsoft.com/office/drawing/2014/main" id="{279C4567-9491-70D1-2F1E-9C21CE63FE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7598" y="6517037"/>
            <a:ext cx="733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3DF5C358-002F-4FFE-AE51-8D3FBE9A7FC8}" type="datetimeFigureOut">
              <a:rPr lang="en-US" smtClean="0"/>
              <a:pPr/>
              <a:t>10/19/2026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Date</a:t>
            </a:r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2F3E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Date</a:t>
            </a:r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cell data - do not delete" hidden="1">
            <a:extLst>
              <a:ext uri="{FF2B5EF4-FFF2-40B4-BE49-F238E27FC236}">
                <a16:creationId xmlns:a16="http://schemas.microsoft.com/office/drawing/2014/main" id="{DC7E6E99-47FE-2308-91AC-209AB3E0486C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387931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5" imgW="484" imgH="486" progId="TCLayout.ActiveDocument.1">
                  <p:embed/>
                </p:oleObj>
              </mc:Choice>
              <mc:Fallback>
                <p:oleObj name="thinkcell Slide" r:id="rId15" imgW="484" imgH="486" progId="TCLayout.ActiveDocument.1">
                  <p:embed/>
                  <p:pic>
                    <p:nvPicPr>
                      <p:cNvPr id="6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DC7E6E99-47FE-2308-91AC-209AB3E048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4787466" y="6541200"/>
            <a:ext cx="3286894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spcBef>
                <a:spcPts val="0"/>
              </a:spcBef>
              <a:defRPr sz="7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dirty="0"/>
              <a:t>A deconstructed comparison of DWM and LES wake aerodynamics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885647"/>
            <a:ext cx="9312374" cy="513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ext" descr="{&quot;templafy&quot;:{&quot;id&quot;:&quot;19920dab-3faa-4eb9-b064-a1f7031a4d5a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8564558" y="6541200"/>
            <a:ext cx="2522540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en-GB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text" descr="{&quot;templafy&quot;:{&quot;id&quot;:&quot;1d6d75e4-e54c-4658-81fb-d02b8c297025&quot;}}" title="UserProfile.Offices.Workarea_{{DocumentLanguage}}">
            <a:extLst>
              <a:ext uri="{FF2B5EF4-FFF2-40B4-BE49-F238E27FC236}">
                <a16:creationId xmlns:a16="http://schemas.microsoft.com/office/drawing/2014/main" id="{52A04EE2-4A75-1E49-9D82-29FF9A12D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27127" y="6541200"/>
            <a:ext cx="927720" cy="31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DTU Wind</a:t>
            </a:r>
          </a:p>
        </p:txBody>
      </p:sp>
      <p:sp>
        <p:nvSpPr>
          <p:cNvPr id="17" name="text" descr="{&quot;templafy&quot;:{&quot;id&quot;:&quot;95942039-e519-4580-99a4-52d31a0ae7a7&quot;}}" title="Form.PresentationTitle">
            <a:extLst>
              <a:ext uri="{FF2B5EF4-FFF2-40B4-BE49-F238E27FC236}">
                <a16:creationId xmlns:a16="http://schemas.microsoft.com/office/drawing/2014/main" id="{ADFFD43E-0E9D-0F4E-9CAF-179B98B1E984}"/>
              </a:ext>
            </a:extLst>
          </p:cNvPr>
          <p:cNvSpPr txBox="1"/>
          <p:nvPr userDrawn="1"/>
        </p:nvSpPr>
        <p:spPr>
          <a:xfrm>
            <a:off x="8831510" y="6541200"/>
            <a:ext cx="2407988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GB" sz="700" dirty="0">
                <a:solidFill>
                  <a:schemeClr val="bg1"/>
                </a:solidFill>
                <a:latin typeface="+mn-lt"/>
              </a:rPr>
              <a:t>Wake Aerodynamics special course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88060B-D441-3246-8E00-9B5DEC362B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9" r="25904"/>
          <a:stretch/>
        </p:blipFill>
        <p:spPr>
          <a:xfrm>
            <a:off x="11290043" y="252716"/>
            <a:ext cx="637811" cy="611284"/>
          </a:xfrm>
          <a:prstGeom prst="rect">
            <a:avLst/>
          </a:prstGeom>
        </p:spPr>
      </p:pic>
      <p:sp>
        <p:nvSpPr>
          <p:cNvPr id="14" name="Logo color">
            <a:extLst>
              <a:ext uri="{FF2B5EF4-FFF2-40B4-BE49-F238E27FC236}">
                <a16:creationId xmlns:a16="http://schemas.microsoft.com/office/drawing/2014/main" id="{B9E9A3C6-77B1-3443-8EE6-564C767EAE72}"/>
              </a:ext>
            </a:extLst>
          </p:cNvPr>
          <p:cNvSpPr>
            <a:spLocks noChangeAspect="1"/>
          </p:cNvSpPr>
          <p:nvPr userDrawn="1">
            <p:custDataLst>
              <p:tags r:id="rId14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2F3E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73EFAB-325B-97BA-DE6F-468FFDFA2F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27688" y="6306820"/>
            <a:ext cx="963612" cy="487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 dirty="0">
                <a:solidFill>
                  <a:srgbClr val="37424A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Classification: Public
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6EF3636-3D89-3F5C-0EAA-69D15CF74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7598" y="6517037"/>
            <a:ext cx="733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3DF5C358-002F-4FFE-AE51-8D3FBE9A7FC8}" type="datetimeFigureOut">
              <a:rPr lang="en-US" smtClean="0"/>
              <a:pPr/>
              <a:t>10/19/2026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7.xml"/><Relationship Id="rId7" Type="http://schemas.openxmlformats.org/officeDocument/2006/relationships/image" Target="../media/image1.emf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12.x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8.gif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6" Type="http://schemas.openxmlformats.org/officeDocument/2006/relationships/image" Target="../media/image7.gif"/><Relationship Id="rId5" Type="http://schemas.openxmlformats.org/officeDocument/2006/relationships/image" Target="../media/image6.gif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5" Type="http://schemas.openxmlformats.org/officeDocument/2006/relationships/image" Target="../media/image10.sv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5" Type="http://schemas.openxmlformats.org/officeDocument/2006/relationships/image" Target="../media/image11.gif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5" Type="http://schemas.openxmlformats.org/officeDocument/2006/relationships/image" Target="../media/image12.svg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5" Type="http://schemas.openxmlformats.org/officeDocument/2006/relationships/image" Target="../media/image13.svg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Relationship Id="rId5" Type="http://schemas.openxmlformats.org/officeDocument/2006/relationships/hyperlink" Target="https://doi.org/10.1002/we.1563" TargetMode="External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7.xml"/><Relationship Id="rId7" Type="http://schemas.openxmlformats.org/officeDocument/2006/relationships/image" Target="../media/image1.emf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14.x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cell data - do not delete" hidden="1">
            <a:extLst>
              <a:ext uri="{FF2B5EF4-FFF2-40B4-BE49-F238E27FC236}">
                <a16:creationId xmlns:a16="http://schemas.microsoft.com/office/drawing/2014/main" id="{7354A68E-3E33-868F-F561-FEEDD7EE3F8F}"/>
              </a:ext>
            </a:extLst>
          </p:cNvPr>
          <p:cNvGraphicFramePr>
            <a:graphicFrameLocks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759031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484" imgH="486" progId="TCLayout.ActiveDocument.1">
                  <p:embed/>
                </p:oleObj>
              </mc:Choice>
              <mc:Fallback>
                <p:oleObj name="thinkcell Slide" r:id="rId6" imgW="484" imgH="486" progId="TCLayout.ActiveDocument.1">
                  <p:embed/>
                  <p:pic>
                    <p:nvPicPr>
                      <p:cNvPr id="5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7354A68E-3E33-868F-F561-FEEDD7EE3F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E884D92-3164-AE47-AF3A-4BAFFE9539FE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37"/>
          <a:stretch/>
        </p:blipFill>
        <p:spPr>
          <a:xfrm>
            <a:off x="0" y="44624"/>
            <a:ext cx="12170667" cy="635255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5995EB-10E4-4119-B468-5CD7D10A093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sz="800" dirty="0"/>
              <a:t>A deconstructed comparison of DWM and LES wake aerodynamics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4C8C45C-947F-4981-8B3F-4F32E973C901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D4CB0037-BDFF-A546-AB9A-C59764141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859" y="3545117"/>
            <a:ext cx="10840028" cy="2044123"/>
          </a:xfrm>
        </p:spPr>
        <p:txBody>
          <a:bodyPr vert="horz" rIns="0"/>
          <a:lstStyle/>
          <a:p>
            <a:r>
              <a:rPr lang="en-US" sz="4800" dirty="0"/>
              <a:t>A deconstructed comparison of DWM and LES wake aerodynamics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F07FF698-C02A-844F-9BE5-60293E03B8EE}"/>
              </a:ext>
            </a:extLst>
          </p:cNvPr>
          <p:cNvSpPr txBox="1">
            <a:spLocks/>
          </p:cNvSpPr>
          <p:nvPr/>
        </p:nvSpPr>
        <p:spPr bwMode="auto">
          <a:xfrm>
            <a:off x="249859" y="2276872"/>
            <a:ext cx="10840028" cy="126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defRPr sz="8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endParaRPr lang="en-US" sz="3200" b="0" kern="0" dirty="0">
              <a:solidFill>
                <a:schemeClr val="accent6"/>
              </a:solidFill>
            </a:endParaRPr>
          </a:p>
          <a:p>
            <a:r>
              <a:rPr lang="en-US" sz="3200" b="0" kern="0" dirty="0">
                <a:solidFill>
                  <a:schemeClr val="accent6"/>
                </a:solidFill>
              </a:rPr>
              <a:t>Joey Ray Bink &amp;</a:t>
            </a:r>
          </a:p>
          <a:p>
            <a:r>
              <a:rPr lang="en-US" sz="3200" b="0" kern="0" dirty="0">
                <a:solidFill>
                  <a:schemeClr val="accent6"/>
                </a:solidFill>
              </a:rPr>
              <a:t>Ignacio Héctor Caviglia</a:t>
            </a:r>
            <a:endParaRPr lang="en-GB" sz="3200" b="0" kern="0" dirty="0">
              <a:solidFill>
                <a:schemeClr val="accent6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CFFD03-4BF0-5410-06A3-F0885D02281F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6" r="25905"/>
          <a:stretch/>
        </p:blipFill>
        <p:spPr>
          <a:xfrm>
            <a:off x="11267516" y="252716"/>
            <a:ext cx="660959" cy="611284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1C93B8F9-72F6-DBE1-DB97-C9E42233AB0C}"/>
              </a:ext>
            </a:extLst>
          </p:cNvPr>
          <p:cNvSpPr txBox="1">
            <a:spLocks/>
          </p:cNvSpPr>
          <p:nvPr/>
        </p:nvSpPr>
        <p:spPr bwMode="auto">
          <a:xfrm>
            <a:off x="4533640" y="342334"/>
            <a:ext cx="3123133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defRPr sz="8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r>
              <a:rPr lang="en-US" sz="2800" kern="0" dirty="0"/>
              <a:t>Report 19.10.2026</a:t>
            </a:r>
          </a:p>
        </p:txBody>
      </p:sp>
      <p:sp>
        <p:nvSpPr>
          <p:cNvPr id="9" name="Date Placeholder 9">
            <a:extLst>
              <a:ext uri="{FF2B5EF4-FFF2-40B4-BE49-F238E27FC236}">
                <a16:creationId xmlns:a16="http://schemas.microsoft.com/office/drawing/2014/main" id="{09FD4E48-665B-257B-23D0-0BD33FB9F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7598" y="6517037"/>
            <a:ext cx="733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3DF5C358-002F-4FFE-AE51-8D3FBE9A7FC8}" type="datetimeFigureOut">
              <a:rPr lang="en-US" smtClean="0"/>
              <a:pPr/>
              <a:t>10/19/2026</a:t>
            </a:fld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982542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06B9FCE2-F651-8C7C-624E-1753F7AAD67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45924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84" imgH="486" progId="TCLayout.ActiveDocument.1">
                  <p:embed/>
                </p:oleObj>
              </mc:Choice>
              <mc:Fallback>
                <p:oleObj name="thinkcell Slide" r:id="rId3" imgW="484" imgH="486" progId="TCLayout.ActiveDocument.1">
                  <p:embed/>
                  <p:pic>
                    <p:nvPicPr>
                      <p:cNvPr id="7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06B9FCE2-F651-8C7C-624E-1753F7AAD6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50319D6-C188-9408-5641-BEDFBB98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4CAD9-674C-AB63-DAE6-2DACC5C29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726" y="1706328"/>
            <a:ext cx="6480720" cy="454557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IEC standard 61400-1 Ed. 4 </a:t>
            </a:r>
            <a:r>
              <a:rPr lang="en-US" dirty="0"/>
              <a:t>recommends two models for the wake added turbulence: </a:t>
            </a:r>
            <a:r>
              <a:rPr lang="en-US" b="1" dirty="0"/>
              <a:t>Sten Frandsen (SF) </a:t>
            </a:r>
            <a:r>
              <a:rPr lang="en-US" dirty="0"/>
              <a:t>and</a:t>
            </a:r>
            <a:r>
              <a:rPr lang="en-US" b="1" dirty="0"/>
              <a:t> Dynamic Wake Meandering (DWM)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General scientific agreement that </a:t>
            </a:r>
            <a:r>
              <a:rPr lang="en-US" b="1" dirty="0"/>
              <a:t>SF </a:t>
            </a:r>
            <a:r>
              <a:rPr lang="en-US" b="1" dirty="0">
                <a:solidFill>
                  <a:srgbClr val="FF0000"/>
                </a:solidFill>
              </a:rPr>
              <a:t>overpredicts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/>
              <a:t>DWM </a:t>
            </a:r>
            <a:r>
              <a:rPr lang="en-US" b="1" dirty="0">
                <a:solidFill>
                  <a:schemeClr val="accent2"/>
                </a:solidFill>
              </a:rPr>
              <a:t>underpredicts</a:t>
            </a:r>
            <a:r>
              <a:rPr lang="en-US" dirty="0"/>
              <a:t> damage equivalent loads (DEL):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DC475-40A2-115E-B27D-EFC0DA5AAC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/>
              <a:t>A deconstructed comparison of DWM and LES wake aerodynamics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9F3E2-ADE3-F08B-6F67-C69BBC0B0B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E0C77DF-648F-8665-9C34-79A0E22F98B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B01C7F9-30B0-4FBC-A6B8-8308C5D46E4D}" type="datetime1">
              <a:rPr lang="en-US" smtClean="0"/>
              <a:t>10/19/2026</a:t>
            </a:fld>
            <a:endParaRPr 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47ABE4C-9CC1-73AE-53C8-A9545D630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807475"/>
              </p:ext>
            </p:extLst>
          </p:nvPr>
        </p:nvGraphicFramePr>
        <p:xfrm>
          <a:off x="694606" y="3573016"/>
          <a:ext cx="11132466" cy="25955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63813">
                  <a:extLst>
                    <a:ext uri="{9D8B030D-6E8A-4147-A177-3AD203B41FA5}">
                      <a16:colId xmlns:a16="http://schemas.microsoft.com/office/drawing/2014/main" val="447450146"/>
                    </a:ext>
                  </a:extLst>
                </a:gridCol>
                <a:gridCol w="4157831">
                  <a:extLst>
                    <a:ext uri="{9D8B030D-6E8A-4147-A177-3AD203B41FA5}">
                      <a16:colId xmlns:a16="http://schemas.microsoft.com/office/drawing/2014/main" val="787903965"/>
                    </a:ext>
                  </a:extLst>
                </a:gridCol>
                <a:gridCol w="3710822">
                  <a:extLst>
                    <a:ext uri="{9D8B030D-6E8A-4147-A177-3AD203B41FA5}">
                      <a16:colId xmlns:a16="http://schemas.microsoft.com/office/drawing/2014/main" val="223513236"/>
                    </a:ext>
                  </a:extLst>
                </a:gridCol>
              </a:tblGrid>
              <a:tr h="370792">
                <a:tc>
                  <a:txBody>
                    <a:bodyPr/>
                    <a:lstStyle/>
                    <a:p>
                      <a:pPr algn="ctr" rtl="0"/>
                      <a:r>
                        <a:rPr lang="en-US" sz="1400" noProof="0" dirty="0"/>
                        <a:t>Source</a:t>
                      </a:r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400" noProof="0" dirty="0"/>
                        <a:t>SF</a:t>
                      </a:r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400" noProof="0" dirty="0"/>
                        <a:t>DWM</a:t>
                      </a:r>
                    </a:p>
                  </a:txBody>
                  <a:tcPr marL="91428" marR="91428" marT="45714" marB="45714"/>
                </a:tc>
                <a:extLst>
                  <a:ext uri="{0D108BD9-81ED-4DB2-BD59-A6C34878D82A}">
                    <a16:rowId xmlns:a16="http://schemas.microsoft.com/office/drawing/2014/main" val="2404647757"/>
                  </a:ext>
                </a:extLst>
              </a:tr>
              <a:tr h="370792"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/>
                        <a:t>Steiner, et al. (2025) [1]</a:t>
                      </a:r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/>
                        <a:t>-</a:t>
                      </a:r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 err="1"/>
                        <a:t>Twr</a:t>
                      </a:r>
                      <a:r>
                        <a:rPr lang="en-US" sz="1400" noProof="0" dirty="0"/>
                        <a:t> bot DEL </a:t>
                      </a:r>
                      <a:r>
                        <a:rPr lang="en-US" sz="1400" b="1" noProof="0" dirty="0">
                          <a:solidFill>
                            <a:schemeClr val="accent2"/>
                          </a:solidFill>
                        </a:rPr>
                        <a:t>75% lower </a:t>
                      </a:r>
                      <a:r>
                        <a:rPr lang="en-US" sz="1400" noProof="0" dirty="0"/>
                        <a:t>than LES + HAWC2</a:t>
                      </a:r>
                    </a:p>
                  </a:txBody>
                  <a:tcPr marL="91428" marR="91428" marT="45714" marB="45714"/>
                </a:tc>
                <a:extLst>
                  <a:ext uri="{0D108BD9-81ED-4DB2-BD59-A6C34878D82A}">
                    <a16:rowId xmlns:a16="http://schemas.microsoft.com/office/drawing/2014/main" val="623665890"/>
                  </a:ext>
                </a:extLst>
              </a:tr>
              <a:tr h="370792"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/>
                        <a:t>Bernard, et al. (2024) [2]</a:t>
                      </a:r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 err="1"/>
                        <a:t>Twr</a:t>
                      </a:r>
                      <a:r>
                        <a:rPr lang="en-US" sz="1400" noProof="0" dirty="0"/>
                        <a:t> top DEL </a:t>
                      </a:r>
                      <a:r>
                        <a:rPr lang="en-US" sz="1400" b="1" noProof="0" dirty="0">
                          <a:solidFill>
                            <a:srgbClr val="FF0000"/>
                          </a:solidFill>
                        </a:rPr>
                        <a:t>28% higher </a:t>
                      </a:r>
                      <a:r>
                        <a:rPr lang="en-US" sz="1400" noProof="0" dirty="0"/>
                        <a:t>than measurements</a:t>
                      </a:r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 err="1"/>
                        <a:t>Twr</a:t>
                      </a:r>
                      <a:r>
                        <a:rPr lang="en-US" sz="1400" noProof="0" dirty="0"/>
                        <a:t> top DEL </a:t>
                      </a:r>
                      <a:r>
                        <a:rPr lang="en-US" sz="1400" b="1" noProof="0" dirty="0">
                          <a:solidFill>
                            <a:schemeClr val="accent2"/>
                          </a:solidFill>
                        </a:rPr>
                        <a:t>35% lower </a:t>
                      </a:r>
                      <a:r>
                        <a:rPr lang="en-US" sz="1400" noProof="0" dirty="0"/>
                        <a:t>than measurements</a:t>
                      </a:r>
                    </a:p>
                  </a:txBody>
                  <a:tcPr marL="91428" marR="91428" marT="45714" marB="45714"/>
                </a:tc>
                <a:extLst>
                  <a:ext uri="{0D108BD9-81ED-4DB2-BD59-A6C34878D82A}">
                    <a16:rowId xmlns:a16="http://schemas.microsoft.com/office/drawing/2014/main" val="3957335546"/>
                  </a:ext>
                </a:extLst>
              </a:tr>
              <a:tr h="370792"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 err="1"/>
                        <a:t>Reinwardt</a:t>
                      </a:r>
                      <a:r>
                        <a:rPr lang="en-US" sz="1400" noProof="0" dirty="0"/>
                        <a:t>, et al. (2021) [3]</a:t>
                      </a:r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/>
                        <a:t>DEL </a:t>
                      </a:r>
                      <a:r>
                        <a:rPr lang="en-US" sz="1400" b="1" noProof="0" dirty="0">
                          <a:solidFill>
                            <a:srgbClr val="FF0000"/>
                          </a:solidFill>
                        </a:rPr>
                        <a:t>10-40% higher</a:t>
                      </a:r>
                      <a:r>
                        <a:rPr lang="en-US" sz="1400" noProof="0" dirty="0"/>
                        <a:t> than measurements</a:t>
                      </a:r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/>
                        <a:t>DEL </a:t>
                      </a:r>
                      <a:r>
                        <a:rPr lang="en-US" sz="1400" b="1" noProof="0" dirty="0">
                          <a:solidFill>
                            <a:srgbClr val="FF0000"/>
                          </a:solidFill>
                        </a:rPr>
                        <a:t>2-10% higher </a:t>
                      </a:r>
                      <a:r>
                        <a:rPr lang="en-US" sz="1400" noProof="0" dirty="0"/>
                        <a:t>than measurements</a:t>
                      </a:r>
                    </a:p>
                  </a:txBody>
                  <a:tcPr marL="91428" marR="91428" marT="45714" marB="45714"/>
                </a:tc>
                <a:extLst>
                  <a:ext uri="{0D108BD9-81ED-4DB2-BD59-A6C34878D82A}">
                    <a16:rowId xmlns:a16="http://schemas.microsoft.com/office/drawing/2014/main" val="721164362"/>
                  </a:ext>
                </a:extLst>
              </a:tr>
              <a:tr h="370792"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/>
                        <a:t>Larsen, et al. (2017) [4]</a:t>
                      </a:r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/>
                        <a:t>-</a:t>
                      </a:r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 err="1"/>
                        <a:t>Twr</a:t>
                      </a:r>
                      <a:r>
                        <a:rPr lang="en-US" sz="1400" noProof="0" dirty="0"/>
                        <a:t> DEL </a:t>
                      </a:r>
                      <a:r>
                        <a:rPr lang="en-US" sz="1400" b="1" noProof="0" dirty="0">
                          <a:solidFill>
                            <a:schemeClr val="accent2"/>
                          </a:solidFill>
                        </a:rPr>
                        <a:t>20% lower </a:t>
                      </a:r>
                      <a:r>
                        <a:rPr lang="en-US" sz="1400" noProof="0" dirty="0"/>
                        <a:t>than measurements</a:t>
                      </a:r>
                    </a:p>
                  </a:txBody>
                  <a:tcPr marL="91428" marR="91428" marT="45714" marB="45714"/>
                </a:tc>
                <a:extLst>
                  <a:ext uri="{0D108BD9-81ED-4DB2-BD59-A6C34878D82A}">
                    <a16:rowId xmlns:a16="http://schemas.microsoft.com/office/drawing/2014/main" val="3539712755"/>
                  </a:ext>
                </a:extLst>
              </a:tr>
              <a:tr h="370792"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/>
                        <a:t>Andersen, et al. (2016) [5]</a:t>
                      </a:r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/>
                        <a:t>Effective TI </a:t>
                      </a:r>
                      <a:r>
                        <a:rPr lang="en-US" sz="1400" b="1" noProof="0" dirty="0">
                          <a:solidFill>
                            <a:srgbClr val="FF0000"/>
                          </a:solidFill>
                        </a:rPr>
                        <a:t>20-30% higher </a:t>
                      </a:r>
                      <a:r>
                        <a:rPr lang="en-US" sz="1400" noProof="0" dirty="0"/>
                        <a:t>than LES</a:t>
                      </a:r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/>
                        <a:t>-</a:t>
                      </a:r>
                    </a:p>
                  </a:txBody>
                  <a:tcPr marL="91428" marR="91428" marT="45714" marB="45714"/>
                </a:tc>
                <a:extLst>
                  <a:ext uri="{0D108BD9-81ED-4DB2-BD59-A6C34878D82A}">
                    <a16:rowId xmlns:a16="http://schemas.microsoft.com/office/drawing/2014/main" val="3284663124"/>
                  </a:ext>
                </a:extLst>
              </a:tr>
              <a:tr h="370792"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/>
                        <a:t>Larsen, et al. (2013) [6]</a:t>
                      </a:r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/>
                        <a:t>-</a:t>
                      </a:r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noProof="0" dirty="0" err="1"/>
                        <a:t>Twr</a:t>
                      </a:r>
                      <a:r>
                        <a:rPr lang="en-US" sz="1400" noProof="0" dirty="0"/>
                        <a:t> DEL </a:t>
                      </a:r>
                      <a:r>
                        <a:rPr lang="en-US" sz="1400" b="1" noProof="0" dirty="0">
                          <a:solidFill>
                            <a:schemeClr val="accent2"/>
                          </a:solidFill>
                        </a:rPr>
                        <a:t>15-20% lower </a:t>
                      </a:r>
                      <a:r>
                        <a:rPr lang="en-US" sz="1400" noProof="0" dirty="0"/>
                        <a:t>than measurements </a:t>
                      </a:r>
                    </a:p>
                  </a:txBody>
                  <a:tcPr marL="91428" marR="91428" marT="45714" marB="45714"/>
                </a:tc>
                <a:extLst>
                  <a:ext uri="{0D108BD9-81ED-4DB2-BD59-A6C34878D82A}">
                    <a16:rowId xmlns:a16="http://schemas.microsoft.com/office/drawing/2014/main" val="883033378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BB915CE0-19D3-0C68-3859-08FD46199C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677" y="1135811"/>
            <a:ext cx="3164073" cy="22508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056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cell data - do not delete" hidden="1">
            <a:extLst>
              <a:ext uri="{FF2B5EF4-FFF2-40B4-BE49-F238E27FC236}">
                <a16:creationId xmlns:a16="http://schemas.microsoft.com/office/drawing/2014/main" id="{B37C0049-C0D8-AF08-A5E5-F1CBFAAE6F9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8539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84" imgH="486" progId="TCLayout.ActiveDocument.1">
                  <p:embed/>
                </p:oleObj>
              </mc:Choice>
              <mc:Fallback>
                <p:oleObj name="thinkcell Slide" r:id="rId3" imgW="484" imgH="486" progId="TCLayout.ActiveDocument.1">
                  <p:embed/>
                  <p:pic>
                    <p:nvPicPr>
                      <p:cNvPr id="19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B37C0049-C0D8-AF08-A5E5-F1CBFAAE6F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E6AA1EE-EFFC-8F39-F3F9-7790DCA04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Motivation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11821B-A6CE-F6CD-5475-595FB6E6D2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/>
              <a:t>A deconstructed comparison of DWM and LES wake aerodynamics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129FE-6AF0-E804-BD00-389D3FA3DB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551F4FC-68E6-47AD-C9D0-11B0446D834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A32A5FA-70CC-411E-93C0-21EE3B8C34BC}" type="datetime1">
              <a:rPr lang="en-US" smtClean="0"/>
              <a:t>10/19/2026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C8DF95-B1AE-A1AF-6DB0-AB2FCD114C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63" t="10711" r="23529"/>
          <a:stretch>
            <a:fillRect/>
          </a:stretch>
        </p:blipFill>
        <p:spPr>
          <a:xfrm>
            <a:off x="766614" y="2717904"/>
            <a:ext cx="3669930" cy="35004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784730-F3F9-1EEA-8C2C-A86D4618BA2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805" t="10711" r="23682"/>
          <a:stretch>
            <a:fillRect/>
          </a:stretch>
        </p:blipFill>
        <p:spPr>
          <a:xfrm>
            <a:off x="4563729" y="2708920"/>
            <a:ext cx="3424519" cy="35004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C393EA-7D89-7072-BB67-2C8A5120349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328" t="10607" r="23170"/>
          <a:stretch>
            <a:fillRect/>
          </a:stretch>
        </p:blipFill>
        <p:spPr>
          <a:xfrm>
            <a:off x="8083852" y="2708920"/>
            <a:ext cx="3563047" cy="35390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29F069A-9835-1645-70ED-E6A04A837AC1}"/>
              </a:ext>
            </a:extLst>
          </p:cNvPr>
          <p:cNvSpPr txBox="1"/>
          <p:nvPr/>
        </p:nvSpPr>
        <p:spPr>
          <a:xfrm>
            <a:off x="1012025" y="1988840"/>
            <a:ext cx="3551704" cy="648512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Mann model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 SF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134A61-2539-AE9E-5B4C-53EE23B9C28B}"/>
              </a:ext>
            </a:extLst>
          </p:cNvPr>
          <p:cNvSpPr txBox="1"/>
          <p:nvPr/>
        </p:nvSpPr>
        <p:spPr>
          <a:xfrm>
            <a:off x="4477530" y="1988840"/>
            <a:ext cx="3551704" cy="648512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Mann model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 DWM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8E8E44-8D01-1438-5B68-29FDEFA8243F}"/>
              </a:ext>
            </a:extLst>
          </p:cNvPr>
          <p:cNvSpPr txBox="1"/>
          <p:nvPr/>
        </p:nvSpPr>
        <p:spPr>
          <a:xfrm>
            <a:off x="8255446" y="2127339"/>
            <a:ext cx="3551704" cy="371513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093C9D-A71F-D78F-8072-771C702B1A72}"/>
              </a:ext>
            </a:extLst>
          </p:cNvPr>
          <p:cNvSpPr/>
          <p:nvPr/>
        </p:nvSpPr>
        <p:spPr bwMode="auto">
          <a:xfrm>
            <a:off x="4477531" y="1844824"/>
            <a:ext cx="3606322" cy="4364572"/>
          </a:xfrm>
          <a:prstGeom prst="rect">
            <a:avLst/>
          </a:prstGeom>
          <a:noFill/>
          <a:ln w="76200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8795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FA0769AC-D3E3-CCCB-07FB-72EECD4CDA5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0955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84" imgH="486" progId="TCLayout.ActiveDocument.1">
                  <p:embed/>
                </p:oleObj>
              </mc:Choice>
              <mc:Fallback>
                <p:oleObj name="thinkcell Slide" r:id="rId3" imgW="484" imgH="486" progId="TCLayout.ActiveDocument.1">
                  <p:embed/>
                  <p:pic>
                    <p:nvPicPr>
                      <p:cNvPr id="7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FA0769AC-D3E3-CCCB-07FB-72EECD4CDA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CD16A42-3C94-D6AA-DA74-2EC1CC1EA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4FFBC-1746-623E-4225-D031BAA48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Central assumption of DWM: the transport of the wake deficit can be described as a </a:t>
            </a:r>
            <a:r>
              <a:rPr lang="en-US" b="1" dirty="0"/>
              <a:t>passive-tracer </a:t>
            </a:r>
            <a:r>
              <a:rPr lang="en-US" dirty="0"/>
              <a:t>driven by large-scale turbulence</a:t>
            </a:r>
          </a:p>
          <a:p>
            <a:endParaRPr lang="en-US" dirty="0"/>
          </a:p>
          <a:p>
            <a:r>
              <a:rPr lang="en-US" dirty="0"/>
              <a:t>This implies that there exists a moving frame of reference, where the </a:t>
            </a:r>
            <a:r>
              <a:rPr lang="en-US" b="1" dirty="0"/>
              <a:t>wake deficit is independent of the large-scale motions</a:t>
            </a:r>
          </a:p>
          <a:p>
            <a:endParaRPr lang="en-US" b="1" dirty="0"/>
          </a:p>
          <a:p>
            <a:r>
              <a:rPr lang="en-US" dirty="0"/>
              <a:t>We will attempt to ”</a:t>
            </a:r>
            <a:r>
              <a:rPr lang="en-US" dirty="0" err="1"/>
              <a:t>unsmear</a:t>
            </a:r>
            <a:r>
              <a:rPr lang="en-US" dirty="0"/>
              <a:t>” the effects of wake meandering from an LES flow, to </a:t>
            </a:r>
            <a:r>
              <a:rPr lang="en-US" b="1" dirty="0"/>
              <a:t>test whether meandering can be treated as independent from wake evolution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4848F-85A1-49EE-7CEF-0E8CFF8802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/>
              <a:t>A deconstructed comparison of DWM and LES wake aerodynamics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73DB9-F191-2DBC-CCE0-913D753734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0487B0-CB35-8C25-3F49-1A2E64AAF93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7EDC62A-EA21-479E-8996-888308C5414C}" type="datetime1">
              <a:rPr lang="en-US" smtClean="0"/>
              <a:t>10/19/2026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1F28BF-46FA-2352-9B22-57C29814E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582" y="4289143"/>
            <a:ext cx="4998662" cy="21641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401C504-F43D-136F-400D-030562089AB4}"/>
              </a:ext>
            </a:extLst>
          </p:cNvPr>
          <p:cNvSpPr txBox="1"/>
          <p:nvPr/>
        </p:nvSpPr>
        <p:spPr>
          <a:xfrm>
            <a:off x="9047534" y="6241019"/>
            <a:ext cx="23149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Source: T.J. Larsen et al., 2012 </a:t>
            </a:r>
          </a:p>
        </p:txBody>
      </p:sp>
    </p:spTree>
    <p:extLst>
      <p:ext uri="{BB962C8B-B14F-4D97-AF65-F5344CB8AC3E}">
        <p14:creationId xmlns:p14="http://schemas.microsoft.com/office/powerpoint/2010/main" val="3341583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cell data - do not delete" hidden="1">
            <a:extLst>
              <a:ext uri="{FF2B5EF4-FFF2-40B4-BE49-F238E27FC236}">
                <a16:creationId xmlns:a16="http://schemas.microsoft.com/office/drawing/2014/main" id="{653747DB-500C-F72B-C6D9-04CDF4DED38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6856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84" imgH="486" progId="TCLayout.ActiveDocument.1">
                  <p:embed/>
                </p:oleObj>
              </mc:Choice>
              <mc:Fallback>
                <p:oleObj name="thinkcell Slide" r:id="rId3" imgW="484" imgH="486" progId="TCLayout.ActiveDocument.1">
                  <p:embed/>
                  <p:pic>
                    <p:nvPicPr>
                      <p:cNvPr id="2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653747DB-500C-F72B-C6D9-04CDF4DED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9039D-58FB-90CE-8ED3-A9440DBEA3EB}"/>
              </a:ext>
            </a:extLst>
          </p:cNvPr>
          <p:cNvSpPr txBox="1">
            <a:spLocks/>
          </p:cNvSpPr>
          <p:nvPr/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/>
              <a:t>LES simulation results available (same as in Steiner et al., 2025): </a:t>
            </a:r>
          </a:p>
          <a:p>
            <a:pPr lvl="1"/>
            <a:r>
              <a:rPr lang="en-US" kern="0" dirty="0"/>
              <a:t>Single WTG (IEA 22MW): modeled as an actuator disc coupled to HAWC2</a:t>
            </a:r>
          </a:p>
          <a:p>
            <a:pPr lvl="1"/>
            <a:r>
              <a:rPr lang="en-US" kern="0" dirty="0"/>
              <a:t>Conventionally neutral boundary layer</a:t>
            </a:r>
          </a:p>
          <a:p>
            <a:pPr lvl="1"/>
            <a:r>
              <a:rPr lang="en-US" kern="0" dirty="0"/>
              <a:t>Resolution of 32 cells per diameter </a:t>
            </a:r>
          </a:p>
          <a:p>
            <a:pPr lvl="1"/>
            <a:r>
              <a:rPr lang="en-US" kern="0" dirty="0"/>
              <a:t>Wind speed planes (Y-Z) at 5D and 10D downstream the WTG, also 2D upstream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488D8A-FD9D-A3E2-0B4D-4ED61146D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885647"/>
            <a:ext cx="9312374" cy="513195"/>
          </a:xfrm>
        </p:spPr>
        <p:txBody>
          <a:bodyPr vert="horz" rIns="0"/>
          <a:lstStyle/>
          <a:p>
            <a:r>
              <a:rPr lang="en-US" dirty="0"/>
              <a:t>Set-up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039CF2-45DE-5432-1414-79802D7E85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87466" y="6541200"/>
            <a:ext cx="3286894" cy="316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800" dirty="0"/>
              <a:t>A deconstructed comparison of DWM and LES wake aerodynamics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E0B0B-AAB4-C020-BDFB-8F6380B68A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41B0FF26-B205-9AAD-A80E-C8C015796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9504" b="2300"/>
          <a:stretch>
            <a:fillRect/>
          </a:stretch>
        </p:blipFill>
        <p:spPr bwMode="auto">
          <a:xfrm>
            <a:off x="1793521" y="3445443"/>
            <a:ext cx="9312275" cy="3079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Date Placeholder 9">
            <a:extLst>
              <a:ext uri="{FF2B5EF4-FFF2-40B4-BE49-F238E27FC236}">
                <a16:creationId xmlns:a16="http://schemas.microsoft.com/office/drawing/2014/main" id="{82C78FE6-A666-B414-4483-5F9564CA3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7598" y="6517037"/>
            <a:ext cx="733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3DF5C358-002F-4FFE-AE51-8D3FBE9A7FC8}" type="datetimeFigureOut">
              <a:rPr lang="en-US" smtClean="0"/>
              <a:pPr/>
              <a:t>10/19/2026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308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7DF50539-128F-0CB4-5E53-944B2775D1B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3910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84" imgH="486" progId="TCLayout.ActiveDocument.1">
                  <p:embed/>
                </p:oleObj>
              </mc:Choice>
              <mc:Fallback>
                <p:oleObj name="thinkcell Slide" r:id="rId3" imgW="484" imgH="486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7DF50539-128F-0CB4-5E53-944B2775D1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F612DB9-1130-E7CC-D701-F046DB80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Flow visualization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73620BD-50F9-AD62-F4BF-01DE69CD41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85950" y="1706563"/>
            <a:ext cx="9090024" cy="454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66AF09-4663-6AAD-3F9E-A19FB4C05D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/>
              <a:t>A deconstructed comparison of DWM and LES wake aerodynamics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39E92-28CE-E458-3B8D-505355CB42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245F3CB-1E57-182F-6590-8B6960A6D53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EAB4983-738D-48EC-8B3B-68BEDA0D2F3E}" type="datetime1">
              <a:rPr lang="en-US" smtClean="0"/>
              <a:t>10/19/2026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778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6602404A-5445-2E73-65E2-07904BD893C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1364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84" imgH="486" progId="TCLayout.ActiveDocument.1">
                  <p:embed/>
                </p:oleObj>
              </mc:Choice>
              <mc:Fallback>
                <p:oleObj name="thinkcell Slide" r:id="rId3" imgW="484" imgH="486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6602404A-5445-2E73-65E2-07904BD893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133D0-575F-87D0-6120-C35AACAAA2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/>
              <a:t>A deconstructed comparison of DWM and LES wake aerodynamics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A55D8A-A323-FAE3-DE97-3097534852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03D0CAB-C913-5A94-5886-FB2E29391F8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B050DF7-81F0-48EF-8D00-12E52D675DC3}" type="datetime1">
              <a:rPr lang="en-US" smtClean="0"/>
              <a:t>10/19/2026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DD283D-C942-594E-9CE2-628C0D0CA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8627"/>
          <a:stretch>
            <a:fillRect/>
          </a:stretch>
        </p:blipFill>
        <p:spPr bwMode="auto">
          <a:xfrm>
            <a:off x="2121383" y="1398842"/>
            <a:ext cx="7947645" cy="508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C86370-FB49-9955-657E-44133835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Methodology: “</a:t>
            </a:r>
            <a:r>
              <a:rPr lang="en-US" dirty="0" err="1"/>
              <a:t>Unsmear</a:t>
            </a:r>
            <a:r>
              <a:rPr lang="en-US" dirty="0"/>
              <a:t>” workflow</a:t>
            </a:r>
          </a:p>
        </p:txBody>
      </p:sp>
    </p:spTree>
    <p:extLst>
      <p:ext uri="{BB962C8B-B14F-4D97-AF65-F5344CB8AC3E}">
        <p14:creationId xmlns:p14="http://schemas.microsoft.com/office/powerpoint/2010/main" val="2945351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1553FD90-D78D-4B37-E40D-F1DE340258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84268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84" imgH="486" progId="TCLayout.ActiveDocument.1">
                  <p:embed/>
                </p:oleObj>
              </mc:Choice>
              <mc:Fallback>
                <p:oleObj name="thinkcell Slide" r:id="rId3" imgW="484" imgH="486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1553FD90-D78D-4B37-E40D-F1DE34025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406AECF-746F-7297-C12C-524ED3F3B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Methodology: Comparison against LES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2054DC-D8E4-F217-0C62-7D85B41FF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1885950" y="1706563"/>
            <a:ext cx="9090024" cy="454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CA3DC-0419-B96F-45D7-1808A93308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/>
              <a:t>A deconstructed comparison of DWM and LES wake aerodynamics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41FE69-652C-87DE-CEA7-27158B8255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DDD185C-54EB-0951-C773-074165231DC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BC5294D-B014-4D29-AA72-4A0BF09E1C4A}" type="datetime1">
              <a:rPr lang="en-US" smtClean="0"/>
              <a:t>10/19/2026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60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75FE5DEB-5F9E-55A7-1DBF-3A1137B6B48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4945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84" imgH="486" progId="TCLayout.ActiveDocument.1">
                  <p:embed/>
                </p:oleObj>
              </mc:Choice>
              <mc:Fallback>
                <p:oleObj name="thinkcell Slide" r:id="rId3" imgW="484" imgH="486" progId="TCLayout.ActiveDocument.1">
                  <p:embed/>
                  <p:pic>
                    <p:nvPicPr>
                      <p:cNvPr id="7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75FE5DEB-5F9E-55A7-1DBF-3A1137B6B4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022E0B2-B60C-962B-EF18-8F156F63A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87634-C613-8860-582C-505D100D3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Test the validity of the “passive tracer” assumption</a:t>
            </a:r>
          </a:p>
          <a:p>
            <a:endParaRPr lang="en-US" dirty="0"/>
          </a:p>
          <a:p>
            <a:r>
              <a:rPr lang="en-US" dirty="0"/>
              <a:t>If the load results (HAWC2) using directly the LES flow vs the “re-constructed” flow match -&gt; the passive-tracer hypothesis is an acceptable assumption for load estimations</a:t>
            </a:r>
          </a:p>
          <a:p>
            <a:endParaRPr lang="en-US" dirty="0"/>
          </a:p>
          <a:p>
            <a:r>
              <a:rPr lang="en-US" dirty="0"/>
              <a:t>If not -&gt; this could explain the lack of accuracy of loads obtained using DWM </a:t>
            </a:r>
          </a:p>
          <a:p>
            <a:endParaRPr lang="en-US" dirty="0"/>
          </a:p>
          <a:p>
            <a:r>
              <a:rPr lang="en-US" dirty="0"/>
              <a:t>Other testing methodologies are also being discussed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513FC0-4B8F-935B-C832-1F6033700D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/>
              <a:t>A deconstructed comparison of DWM and LES wake aerodynamics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71B11-1C75-EC94-1566-779283BEEF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BD61BB2-324F-FF91-8098-891EEA4C86C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D9374DD-2CF8-48AC-AE4D-01936855A4EC}" type="datetime1">
              <a:rPr lang="en-US" smtClean="0"/>
              <a:t>10/19/2026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95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F58F33AF-BEEA-F98B-7DFF-444F19EB0EE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31180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84" imgH="486" progId="TCLayout.ActiveDocument.1">
                  <p:embed/>
                </p:oleObj>
              </mc:Choice>
              <mc:Fallback>
                <p:oleObj name="thinkcell Slide" r:id="rId3" imgW="484" imgH="486" progId="TCLayout.ActiveDocument.1">
                  <p:embed/>
                  <p:pic>
                    <p:nvPicPr>
                      <p:cNvPr id="7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F58F33AF-BEEA-F98B-7DFF-444F19EB0E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13F1D38-0D11-5406-CF6B-C350C80B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CB18A-180F-1942-A33E-7E3FBDB27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Larsen, T. J., Madsen, H. A., Larsen, G. C., &amp; Hansen, K. S. (2013). Validation of the dynamic wake meander model for loads and power production in the Egmond </a:t>
            </a:r>
            <a:r>
              <a:rPr lang="en-US" dirty="0" err="1"/>
              <a:t>aan</a:t>
            </a:r>
            <a:r>
              <a:rPr lang="en-US" dirty="0"/>
              <a:t> Zee wind farm. </a:t>
            </a:r>
            <a:r>
              <a:rPr lang="en-US" i="1" dirty="0"/>
              <a:t>Wind Energy</a:t>
            </a:r>
            <a:r>
              <a:rPr lang="en-US" dirty="0"/>
              <a:t>, </a:t>
            </a:r>
            <a:r>
              <a:rPr lang="en-US" i="1" dirty="0"/>
              <a:t>16</a:t>
            </a:r>
            <a:r>
              <a:rPr lang="en-US" dirty="0"/>
              <a:t>(4), 605–624. </a:t>
            </a:r>
            <a:r>
              <a:rPr lang="en-US" dirty="0">
                <a:hlinkClick r:id="rId5"/>
              </a:rPr>
              <a:t>https://doi.org/10.1002/we.1563</a:t>
            </a:r>
            <a:endParaRPr lang="en-US" dirty="0"/>
          </a:p>
          <a:p>
            <a:endParaRPr lang="en-US" dirty="0"/>
          </a:p>
          <a:p>
            <a:r>
              <a:rPr lang="en-US" dirty="0"/>
              <a:t>Steiner, J., Hodgson, E. L., van der Laan, M. P., Alcayaga, L., Pedersen, M., Andersen, S. J., Larsen, G., &amp; </a:t>
            </a:r>
            <a:r>
              <a:rPr lang="en-US" dirty="0" err="1"/>
              <a:t>Réthoré</a:t>
            </a:r>
            <a:r>
              <a:rPr lang="en-US" dirty="0"/>
              <a:t>, P.-E. (2025). </a:t>
            </a:r>
            <a:r>
              <a:rPr lang="en-US" i="1" dirty="0"/>
              <a:t>A multi-fidelity model benchmark for wake steering of a large turbine in a neutral ABL</a:t>
            </a:r>
            <a:r>
              <a:rPr lang="en-US" dirty="0"/>
              <a:t>. https://doi.org/10.5194/wes-2025-200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8B5B7A-AB77-A217-0B41-5743F97D76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/>
              <a:t>A deconstructed comparison of DWM and LES wake aerodynamics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1326A-77D5-A999-9C94-2609FCEF47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BF6CD87-FD0F-A5FC-A475-419FF60D43E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E7C67A-8655-4404-A757-DF5B0D8C59A1}" type="datetime1">
              <a:rPr lang="en-US" smtClean="0"/>
              <a:t>10/19/2026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16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9952E-88E6-C70F-4C0A-1EDF101C6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cell data - do not delete" hidden="1">
            <a:extLst>
              <a:ext uri="{FF2B5EF4-FFF2-40B4-BE49-F238E27FC236}">
                <a16:creationId xmlns:a16="http://schemas.microsoft.com/office/drawing/2014/main" id="{8781DCCF-826B-9B70-389A-86B42F110B2A}"/>
              </a:ext>
            </a:extLst>
          </p:cNvPr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484" imgH="486" progId="TCLayout.ActiveDocument.1">
                  <p:embed/>
                </p:oleObj>
              </mc:Choice>
              <mc:Fallback>
                <p:oleObj name="thinkcell Slide" r:id="rId6" imgW="484" imgH="486" progId="TCLayout.ActiveDocument.1">
                  <p:embed/>
                  <p:pic>
                    <p:nvPicPr>
                      <p:cNvPr id="5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8781DCCF-826B-9B70-389A-86B42F110B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6B89CA-8DF5-3417-6B5F-F1833E772335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37"/>
          <a:stretch/>
        </p:blipFill>
        <p:spPr>
          <a:xfrm>
            <a:off x="0" y="44624"/>
            <a:ext cx="12170667" cy="635255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A8208A-5DE8-0761-20B7-4CB82AB510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sz="800" dirty="0"/>
              <a:t>A deconstructed comparison of DWM and LES wake aerodynamics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40B5EA-41A8-FBF2-9EC1-F7940AB267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4C8C45C-947F-4981-8B3F-4F32E973C901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D28C045F-6D86-D7FC-9AEC-775CDD145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859" y="3545117"/>
            <a:ext cx="10840028" cy="2044123"/>
          </a:xfrm>
        </p:spPr>
        <p:txBody>
          <a:bodyPr vert="horz" rIns="0"/>
          <a:lstStyle/>
          <a:p>
            <a:r>
              <a:rPr lang="en-US" sz="4800" dirty="0"/>
              <a:t>A deconstructed comparison of DWM and LES wake aerodynamics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94C1F8A3-0DA4-549E-A429-E68E6E56967D}"/>
              </a:ext>
            </a:extLst>
          </p:cNvPr>
          <p:cNvSpPr txBox="1">
            <a:spLocks/>
          </p:cNvSpPr>
          <p:nvPr/>
        </p:nvSpPr>
        <p:spPr bwMode="auto">
          <a:xfrm>
            <a:off x="249859" y="2276872"/>
            <a:ext cx="10840028" cy="126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defRPr sz="8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endParaRPr lang="en-US" sz="3200" b="0" kern="0" dirty="0">
              <a:solidFill>
                <a:schemeClr val="accent6"/>
              </a:solidFill>
            </a:endParaRPr>
          </a:p>
          <a:p>
            <a:r>
              <a:rPr lang="en-US" sz="3200" b="0" kern="0" dirty="0">
                <a:solidFill>
                  <a:schemeClr val="accent6"/>
                </a:solidFill>
              </a:rPr>
              <a:t>Joey Ray Bink &amp; Ignacio Hector Caviglia</a:t>
            </a:r>
            <a:endParaRPr lang="en-GB" sz="3200" b="0" kern="0" dirty="0">
              <a:solidFill>
                <a:schemeClr val="accent6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7730FD-A235-1E0F-DCD6-151AE52E3BC5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6" r="25905"/>
          <a:stretch/>
        </p:blipFill>
        <p:spPr>
          <a:xfrm>
            <a:off x="11267516" y="252716"/>
            <a:ext cx="660959" cy="611284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9540BC5D-1F7A-E4CB-BE2D-7F454CC95B76}"/>
              </a:ext>
            </a:extLst>
          </p:cNvPr>
          <p:cNvSpPr txBox="1">
            <a:spLocks/>
          </p:cNvSpPr>
          <p:nvPr/>
        </p:nvSpPr>
        <p:spPr bwMode="auto">
          <a:xfrm>
            <a:off x="4533640" y="342334"/>
            <a:ext cx="3123133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defRPr sz="8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r>
              <a:rPr lang="en-US" sz="2800" kern="0" dirty="0"/>
              <a:t>Report 26.10.2026</a:t>
            </a:r>
          </a:p>
        </p:txBody>
      </p:sp>
      <p:sp>
        <p:nvSpPr>
          <p:cNvPr id="9" name="Date Placeholder 9">
            <a:extLst>
              <a:ext uri="{FF2B5EF4-FFF2-40B4-BE49-F238E27FC236}">
                <a16:creationId xmlns:a16="http://schemas.microsoft.com/office/drawing/2014/main" id="{BCC8F361-2630-973B-06E4-4ACD23977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7598" y="6517037"/>
            <a:ext cx="733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3DF5C358-002F-4FFE-AE51-8D3FBE9A7FC8}" type="datetimeFigureOut">
              <a:rPr lang="en-US" smtClean="0"/>
              <a:pPr/>
              <a:t>10/19/2026</a:t>
            </a:fld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52244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35C25-E22D-0B86-5C66-32D3DD371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A5B3-3CB6-ECC6-B33B-3BC2BB326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6108-E43F-5858-ACA8-5CC4B44DE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48FB5-216F-21F5-A79B-0CED920279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800" dirty="0"/>
              <a:t>A deconstructed comparison of DWM and LES wake aerodynamics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D4F73-D083-D48A-B045-D445744C4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7" name="Date Placeholder 9">
            <a:extLst>
              <a:ext uri="{FF2B5EF4-FFF2-40B4-BE49-F238E27FC236}">
                <a16:creationId xmlns:a16="http://schemas.microsoft.com/office/drawing/2014/main" id="{82D8FECE-C180-F0A0-DFDA-2356AC215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7598" y="6517037"/>
            <a:ext cx="733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3DF5C358-002F-4FFE-AE51-8D3FBE9A7FC8}" type="datetimeFigureOut">
              <a:rPr lang="en-US" smtClean="0"/>
              <a:pPr/>
              <a:t>10/19/2026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8037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9525" cap="flat" cmpd="sng" algn="ctr">
          <a:solidFill>
            <a:schemeClr val="accent2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Wind Energy Template.pptx  -  Read-Only" id="{5D1E195A-5694-493A-9B3A-DD892780DE75}" vid="{6B133F9E-2F46-46EE-B913-DA3CF10F941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TemplafySlideFormConfiguration><![CDATA[{"formFields":[],"formDataEntries":[]}]]></TemplafySlideFormConfiguratio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5" ma:contentTypeDescription="Create a new document." ma:contentTypeScope="" ma:versionID="72b2569ebc96083092f6d8e76413cd52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df14c340b530a7b5c38005fefa6a5693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TemplafyFormConfiguration><![CDATA[{"formFields":[{"required":false,"helpTexts":{"prefix":"","postfix":""},"spacing":{},"type":"datePicker","name":"Date","label":"Date","fullyQualifiedName":"Date"},{"required":false,"placeholder":"","lines":0,"helpTexts":{"prefix":"","postfix":""},"spacing":{},"type":"textBox","name":"PresentationTitle","label":"Presentation title","fullyQualifiedName":"PresentationTitle"}],"formDataEntries":[]}]]></TemplafyFormConfiguration>
</file>

<file path=customXml/item5.xml><?xml version="1.0" encoding="utf-8"?>
<TemplafySlideTemplateConfiguration><![CDATA[{"documentContentValidatorConfiguration":{"enableDocumentContentValidator":false,"documentContentValidatorVersion":0},"elementsMetadata":[],"slideId":"637582373566098804","enableDocumentContentUpdater":true,"version":"1.2"}]]></TemplafySlideTemplateConfiguration>
</file>

<file path=customXml/item6.xml><?xml version="1.0" encoding="utf-8"?>
<TemplafySlideTemplateConfiguration><![CDATA[{"documentContentValidatorConfiguration":{"enableDocumentContentValidator":false,"documentContentValidatorVersion":0},"elementsMetadata":[],"slideId":"636822015789305408","enableDocumentContentUpdater":true,"version":"1.2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TemplateConfiguration><![CDATA[{"elementsMetadata":[{"type":"shape","id":"760c0b01-e6e8-4844-b6e1-1dc9fa2aa3a0","elementConfiguration":{"binding":"UserProfile.Offices.Workarea_{{DocumentLanguage}}","disableUpdates":false,"type":"text"}},{"type":"shape","id":"d52388ce-2b60-421d-b542-b927e7f7ca5d","elementConfiguration":{"format":"{{DateFormats.GeneralDate}}","binding":"Form.Date","disableUpdates":false,"type":"date"}},{"type":"shape","id":"19920dab-3faa-4eb9-b064-a1f7031a4d5a","elementConfiguration":{"binding":"Form.PresentationTitle","disableUpdates":false,"type":"text"}}],"transformationConfigurations":[{"language":"{{DocumentLanguage}}","disableUpdates":false,"type":"proofingLanguage"}],"templateName":"DTU Wind Energy Template","templateDescription":"","enableDocumentContentUpdater":true,"version":"1.2"}]]></TemplafyTemplateConfiguration>
</file>

<file path=customXml/item9.xml><?xml version="1.0" encoding="utf-8"?>
<TemplafySlideTemplateConfiguration><![CDATA[{"documentContentValidatorConfiguration":{"enableDocumentContentValidator":false,"documentContentValidatorVersion":0},"elementsMetadata":[],"slideId":"637582373565786322","enableDocumentContentUpdater":true,"version":"1.2"}]]></TemplafySlideTemplateConfiguration>
</file>

<file path=customXml/item10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582373565786322","enableDocumentContentUpdater":true,"version":"1.2"}]]></TemplafySlideTemplate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TemplateConfiguration><![CDATA[{"documentContentValidatorConfiguration":{"enableDocumentContentValidator":false,"documentContentValidatorVersion":0},"elementsMetadata":[],"slideId":"637582373565786322","enableDocumentContentUpdater":true,"version":"1.2"}]]></TemplafySlideTemplateConfiguration>
</file>

<file path=customXml/itemProps1.xml><?xml version="1.0" encoding="utf-8"?>
<ds:datastoreItem xmlns:ds="http://schemas.openxmlformats.org/officeDocument/2006/customXml" ds:itemID="{AF32439C-8EF2-469F-A487-C82C55E480D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9A4C5C1-E379-42C2-9CE4-96EAD0C517EB}">
  <ds:schemaRefs/>
</ds:datastoreItem>
</file>

<file path=customXml/itemProps3.xml><?xml version="1.0" encoding="utf-8"?>
<ds:datastoreItem xmlns:ds="http://schemas.openxmlformats.org/officeDocument/2006/customXml" ds:itemID="{06B25442-D932-4BC3-89C2-322C820ADD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dcda1-f8c3-442f-ae64-e236c052732d"/>
    <ds:schemaRef ds:uri="715bde23-c48d-41ea-a697-dffaa8fbae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C086A146-0E09-4AA0-A3DC-33B2C18DA71A}">
  <ds:schemaRefs/>
</ds:datastoreItem>
</file>

<file path=customXml/itemProps5.xml><?xml version="1.0" encoding="utf-8"?>
<ds:datastoreItem xmlns:ds="http://schemas.openxmlformats.org/officeDocument/2006/customXml" ds:itemID="{2EB4C41E-0201-403E-B674-C35FC9D83F82}">
  <ds:schemaRefs/>
</ds:datastoreItem>
</file>

<file path=customXml/itemProps6.xml><?xml version="1.0" encoding="utf-8"?>
<ds:datastoreItem xmlns:ds="http://schemas.openxmlformats.org/officeDocument/2006/customXml" ds:itemID="{B917EF7A-B11F-4137-A061-E3AFCEC45668}">
  <ds:schemaRefs/>
</ds:datastoreItem>
</file>

<file path=customXml/itemProps7.xml><?xml version="1.0" encoding="utf-8"?>
<ds:datastoreItem xmlns:ds="http://schemas.openxmlformats.org/officeDocument/2006/customXml" ds:itemID="{256B63E5-69B6-464D-863A-E47835EE7289}">
  <ds:schemaRefs/>
</ds:datastoreItem>
</file>

<file path=customXml/itemProps8.xml><?xml version="1.0" encoding="utf-8"?>
<ds:datastoreItem xmlns:ds="http://schemas.openxmlformats.org/officeDocument/2006/customXml" ds:itemID="{1334258C-C3E7-4029-A615-C886A240FB15}">
  <ds:schemaRefs/>
</ds:datastoreItem>
</file>

<file path=customXml/itemProps9.xml><?xml version="1.0" encoding="utf-8"?>
<ds:datastoreItem xmlns:ds="http://schemas.openxmlformats.org/officeDocument/2006/customXml" ds:itemID="{9264A7C6-73F2-4A78-AE58-B921BC9D921C}">
  <ds:schemaRefs/>
</ds:datastoreItem>
</file>

<file path=customXml/itemProps10.xml><?xml version="1.0" encoding="utf-8"?>
<ds:datastoreItem xmlns:ds="http://schemas.openxmlformats.org/officeDocument/2006/customXml" ds:itemID="{130D490B-E977-43FF-A2D1-8C2447D6F702}">
  <ds:schemaRefs>
    <ds:schemaRef ds:uri="http://schemas.microsoft.com/sharepoint/v3/contenttype/forms"/>
  </ds:schemaRefs>
</ds:datastoreItem>
</file>

<file path=customXml/itemProps11.xml><?xml version="1.0" encoding="utf-8"?>
<ds:datastoreItem xmlns:ds="http://schemas.openxmlformats.org/officeDocument/2006/customXml" ds:itemID="{F5CD6E9F-EB95-4B70-B601-F184015A4F9D}">
  <ds:schemaRefs/>
</ds:datastoreItem>
</file>

<file path=customXml/itemProps12.xml><?xml version="1.0" encoding="utf-8"?>
<ds:datastoreItem xmlns:ds="http://schemas.openxmlformats.org/officeDocument/2006/customXml" ds:itemID="{89E65983-BEBD-4684-8266-29F51A82FD68}">
  <ds:schemaRefs/>
</ds:datastoreItem>
</file>

<file path=customXml/itemProps13.xml><?xml version="1.0" encoding="utf-8"?>
<ds:datastoreItem xmlns:ds="http://schemas.openxmlformats.org/officeDocument/2006/customXml" ds:itemID="{747FA701-153C-414F-9076-93D6EB8F30A9}">
  <ds:schemaRefs/>
</ds:datastoreItem>
</file>

<file path=customXml/itemProps14.xml><?xml version="1.0" encoding="utf-8"?>
<ds:datastoreItem xmlns:ds="http://schemas.openxmlformats.org/officeDocument/2006/customXml" ds:itemID="{27900B32-6883-412F-8FAC-916A5B87173E}">
  <ds:schemaRefs/>
</ds:datastoreItem>
</file>

<file path=customXml/itemProps15.xml><?xml version="1.0" encoding="utf-8"?>
<ds:datastoreItem xmlns:ds="http://schemas.openxmlformats.org/officeDocument/2006/customXml" ds:itemID="{0A0F7F37-D167-4B30-B1F7-9A6095DD8E5E}">
  <ds:schemaRefs/>
</ds:datastoreItem>
</file>

<file path=docMetadata/LabelInfo.xml><?xml version="1.0" encoding="utf-8"?>
<clbl:labelList xmlns:clbl="http://schemas.microsoft.com/office/2020/mipLabelMetadata">
  <clbl:label id="{c54a7a20-be22-4e5c-97bd-277f45e221d0}" enabled="1" method="Privileged" siteId="{c0701940-7b3f-4116-a59f-159078bc3c63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wake_aerodynamics_group4</Template>
  <TotalTime>0</TotalTime>
  <Words>710</Words>
  <Application>Microsoft Office PowerPoint</Application>
  <PresentationFormat>Custom</PresentationFormat>
  <Paragraphs>112</Paragraphs>
  <Slides>12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Verdana</vt:lpstr>
      <vt:lpstr>Blank</vt:lpstr>
      <vt:lpstr>thinkcell Slide</vt:lpstr>
      <vt:lpstr>A deconstructed comparison of DWM and LES wake aerodynamics</vt:lpstr>
      <vt:lpstr>Motivation</vt:lpstr>
      <vt:lpstr>Motivation</vt:lpstr>
      <vt:lpstr>Motivation</vt:lpstr>
      <vt:lpstr>Set-up</vt:lpstr>
      <vt:lpstr>Flow visualization</vt:lpstr>
      <vt:lpstr>Methodology: “Unsmear” workflow</vt:lpstr>
      <vt:lpstr>Methodology: Comparison against LES</vt:lpstr>
      <vt:lpstr>Expected outcomes</vt:lpstr>
      <vt:lpstr>References</vt:lpstr>
      <vt:lpstr>A deconstructed comparison of DWM and LES wake aerodynamics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Ignacio Hector Caviglia</dc:creator>
  <cp:keywords/>
  <dc:description/>
  <cp:lastModifiedBy>Ignacio Hector Caviglia</cp:lastModifiedBy>
  <cp:revision>12</cp:revision>
  <dcterms:created xsi:type="dcterms:W3CDTF">2026-10-05T14:51:38Z</dcterms:created>
  <dcterms:modified xsi:type="dcterms:W3CDTF">2026-10-19T07:41:16Z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2021-06-02T13:27:21.6449280</vt:lpwstr>
  </property>
  <property fmtid="{D5CDD505-2E9C-101B-9397-08002B2CF9AE}" pid="3" name="ContentTypeId">
    <vt:lpwstr>0x0101009ADA1FD2B40FDA458284BB6FCA763489</vt:lpwstr>
  </property>
  <property fmtid="{D5CDD505-2E9C-101B-9397-08002B2CF9AE}" pid="4" name="ClassificationContentMarkingFooterLocations">
    <vt:lpwstr>Blank:9</vt:lpwstr>
  </property>
  <property fmtid="{D5CDD505-2E9C-101B-9397-08002B2CF9AE}" pid="5" name="ClassificationContentMarkingFooterText">
    <vt:lpwstr>Classification: Public
</vt:lpwstr>
  </property>
</Properties>
</file>