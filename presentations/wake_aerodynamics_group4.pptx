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7"/>
  </p:notesMasterIdLst>
  <p:handoutMasterIdLst>
    <p:handoutMasterId r:id="rId38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2" r:id="rId28"/>
    <p:sldId id="520" r:id="rId29"/>
    <p:sldId id="519" r:id="rId30"/>
    <p:sldId id="518" r:id="rId31"/>
    <p:sldId id="516" r:id="rId32"/>
    <p:sldId id="526" r:id="rId33"/>
    <p:sldId id="523" r:id="rId34"/>
    <p:sldId id="525" r:id="rId35"/>
    <p:sldId id="524" r:id="rId36"/>
  </p:sldIdLst>
  <p:sldSz cx="12190413" cy="6858000"/>
  <p:notesSz cx="6858000" cy="9144000"/>
  <p:custDataLst>
    <p:tags r:id="rId39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2"/>
            <p14:sldId id="520"/>
            <p14:sldId id="519"/>
            <p14:sldId id="518"/>
            <p14:sldId id="516"/>
            <p14:sldId id="526"/>
            <p14:sldId id="523"/>
            <p14:sldId id="525"/>
            <p14:sldId id="5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FDFE87-B49A-4A5E-96B2-F6D24E9DA19B}" v="29" dt="2026-10-24T13:55:44.934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7" d="100"/>
          <a:sy n="97" d="100"/>
        </p:scale>
        <p:origin x="103" y="41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tags" Target="tags/tag1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viewProps" Target="viewProps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notesMaster" Target="notesMasters/notesMaster1.xml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slide" Target="slides/slide20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43" Type="http://schemas.openxmlformats.org/officeDocument/2006/relationships/theme" Target="theme/theme1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handoutMaster" Target="handoutMasters/handoutMaster1.xml"/><Relationship Id="rId46" Type="http://schemas.microsoft.com/office/2015/10/relationships/revisionInfo" Target="revisionInfo.xml"/><Relationship Id="rId20" Type="http://schemas.openxmlformats.org/officeDocument/2006/relationships/slide" Target="slides/slide4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y Bink" userId="4b4987a9054c8c26" providerId="LiveId" clId="{A48D91C7-8BDC-459E-BF94-44DF87A5F811}"/>
    <pc:docChg chg="custSel addSld modSld">
      <pc:chgData name="joey Bink" userId="4b4987a9054c8c26" providerId="LiveId" clId="{A48D91C7-8BDC-459E-BF94-44DF87A5F811}" dt="2026-10-24T13:55:46.283" v="316"/>
      <pc:docMkLst>
        <pc:docMk/>
      </pc:docMkLst>
      <pc:sldChg chg="modSp">
        <pc:chgData name="joey Bink" userId="4b4987a9054c8c26" providerId="LiveId" clId="{A48D91C7-8BDC-459E-BF94-44DF87A5F811}" dt="2026-10-24T13:17:33.280" v="20" actId="1076"/>
        <pc:sldMkLst>
          <pc:docMk/>
          <pc:sldMk cId="2179167034" sldId="522"/>
        </pc:sldMkLst>
        <pc:spChg chg="mod">
          <ac:chgData name="joey Bink" userId="4b4987a9054c8c26" providerId="LiveId" clId="{A48D91C7-8BDC-459E-BF94-44DF87A5F811}" dt="2026-10-24T13:17:33.280" v="20" actId="1076"/>
          <ac:spMkLst>
            <pc:docMk/>
            <pc:sldMk cId="2179167034" sldId="522"/>
            <ac:spMk id="3" creationId="{4F2A2241-E328-241A-44DE-C1BD72B3FFDC}"/>
          </ac:spMkLst>
        </pc:spChg>
      </pc:sldChg>
      <pc:sldChg chg="addSp delSp modSp mod">
        <pc:chgData name="joey Bink" userId="4b4987a9054c8c26" providerId="LiveId" clId="{A48D91C7-8BDC-459E-BF94-44DF87A5F811}" dt="2026-10-24T13:55:33.902" v="311" actId="1076"/>
        <pc:sldMkLst>
          <pc:docMk/>
          <pc:sldMk cId="327460808" sldId="523"/>
        </pc:sldMkLst>
        <pc:spChg chg="mod">
          <ac:chgData name="joey Bink" userId="4b4987a9054c8c26" providerId="LiveId" clId="{A48D91C7-8BDC-459E-BF94-44DF87A5F811}" dt="2026-10-24T13:20:02.753" v="21" actId="1076"/>
          <ac:spMkLst>
            <pc:docMk/>
            <pc:sldMk cId="327460808" sldId="523"/>
            <ac:spMk id="2" creationId="{D7173394-A03E-A3BF-B8B3-B48208692B94}"/>
          </ac:spMkLst>
        </pc:spChg>
        <pc:spChg chg="del">
          <ac:chgData name="joey Bink" userId="4b4987a9054c8c26" providerId="LiveId" clId="{A48D91C7-8BDC-459E-BF94-44DF87A5F811}" dt="2026-10-24T13:12:08.589" v="0" actId="478"/>
          <ac:spMkLst>
            <pc:docMk/>
            <pc:sldMk cId="327460808" sldId="523"/>
            <ac:spMk id="3" creationId="{54791EAE-A5A4-E2C7-95BF-17D1FFCBE248}"/>
          </ac:spMkLst>
        </pc:spChg>
        <pc:spChg chg="add mod">
          <ac:chgData name="joey Bink" userId="4b4987a9054c8c26" providerId="LiveId" clId="{A48D91C7-8BDC-459E-BF94-44DF87A5F811}" dt="2026-10-24T13:28:10.608" v="266" actId="1076"/>
          <ac:spMkLst>
            <pc:docMk/>
            <pc:sldMk cId="327460808" sldId="523"/>
            <ac:spMk id="12" creationId="{B4E629D4-B379-C414-C40E-4BEF82556ACF}"/>
          </ac:spMkLst>
        </pc:spChg>
        <pc:spChg chg="add mod">
          <ac:chgData name="joey Bink" userId="4b4987a9054c8c26" providerId="LiveId" clId="{A48D91C7-8BDC-459E-BF94-44DF87A5F811}" dt="2026-10-24T13:55:33.902" v="311" actId="1076"/>
          <ac:spMkLst>
            <pc:docMk/>
            <pc:sldMk cId="327460808" sldId="523"/>
            <ac:spMk id="14" creationId="{F14A581C-40DD-38F7-368C-D80E9AF45C6C}"/>
          </ac:spMkLst>
        </pc:spChg>
        <pc:spChg chg="add mod">
          <ac:chgData name="joey Bink" userId="4b4987a9054c8c26" providerId="LiveId" clId="{A48D91C7-8BDC-459E-BF94-44DF87A5F811}" dt="2026-10-24T13:28:10.608" v="266" actId="1076"/>
          <ac:spMkLst>
            <pc:docMk/>
            <pc:sldMk cId="327460808" sldId="523"/>
            <ac:spMk id="16" creationId="{45904EA8-44BD-997E-631C-5B2B03EA1FAF}"/>
          </ac:spMkLst>
        </pc:spChg>
        <pc:picChg chg="add mod ord">
          <ac:chgData name="joey Bink" userId="4b4987a9054c8c26" providerId="LiveId" clId="{A48D91C7-8BDC-459E-BF94-44DF87A5F811}" dt="2026-10-24T13:28:10.608" v="266" actId="1076"/>
          <ac:picMkLst>
            <pc:docMk/>
            <pc:sldMk cId="327460808" sldId="523"/>
            <ac:picMk id="9" creationId="{B2D9DC51-3B89-8E14-BD9B-0523EC89E43F}"/>
          </ac:picMkLst>
        </pc:picChg>
        <pc:picChg chg="add mod ord">
          <ac:chgData name="joey Bink" userId="4b4987a9054c8c26" providerId="LiveId" clId="{A48D91C7-8BDC-459E-BF94-44DF87A5F811}" dt="2026-10-24T13:28:10.608" v="266" actId="1076"/>
          <ac:picMkLst>
            <pc:docMk/>
            <pc:sldMk cId="327460808" sldId="523"/>
            <ac:picMk id="11" creationId="{A62DE72D-6BD5-4B86-60C1-3F084C35E495}"/>
          </ac:picMkLst>
        </pc:picChg>
      </pc:sldChg>
      <pc:sldChg chg="addSp delSp modSp add mod">
        <pc:chgData name="joey Bink" userId="4b4987a9054c8c26" providerId="LiveId" clId="{A48D91C7-8BDC-459E-BF94-44DF87A5F811}" dt="2026-10-24T13:55:10.014" v="308" actId="478"/>
        <pc:sldMkLst>
          <pc:docMk/>
          <pc:sldMk cId="3109698927" sldId="525"/>
        </pc:sldMkLst>
        <pc:spChg chg="mod">
          <ac:chgData name="joey Bink" userId="4b4987a9054c8c26" providerId="LiveId" clId="{A48D91C7-8BDC-459E-BF94-44DF87A5F811}" dt="2026-10-24T13:29:04.777" v="307" actId="20577"/>
          <ac:spMkLst>
            <pc:docMk/>
            <pc:sldMk cId="3109698927" sldId="525"/>
            <ac:spMk id="2" creationId="{32DC51DC-C8E1-4674-3FB1-C57199889F06}"/>
          </ac:spMkLst>
        </pc:spChg>
        <pc:spChg chg="add del mod">
          <ac:chgData name="joey Bink" userId="4b4987a9054c8c26" providerId="LiveId" clId="{A48D91C7-8BDC-459E-BF94-44DF87A5F811}" dt="2026-10-24T13:29:01.014" v="295"/>
          <ac:spMkLst>
            <pc:docMk/>
            <pc:sldMk cId="3109698927" sldId="525"/>
            <ac:spMk id="3" creationId="{A7E29ABF-ABC9-BFFB-3963-68C331D91FD9}"/>
          </ac:spMkLst>
        </pc:spChg>
        <pc:spChg chg="del mod">
          <ac:chgData name="joey Bink" userId="4b4987a9054c8c26" providerId="LiveId" clId="{A48D91C7-8BDC-459E-BF94-44DF87A5F811}" dt="2026-10-24T13:28:29.851" v="270" actId="478"/>
          <ac:spMkLst>
            <pc:docMk/>
            <pc:sldMk cId="3109698927" sldId="525"/>
            <ac:spMk id="12" creationId="{3A046637-EB6A-1691-82AA-7801CD36B39E}"/>
          </ac:spMkLst>
        </pc:spChg>
        <pc:spChg chg="del">
          <ac:chgData name="joey Bink" userId="4b4987a9054c8c26" providerId="LiveId" clId="{A48D91C7-8BDC-459E-BF94-44DF87A5F811}" dt="2026-10-24T13:55:10.014" v="308" actId="478"/>
          <ac:spMkLst>
            <pc:docMk/>
            <pc:sldMk cId="3109698927" sldId="525"/>
            <ac:spMk id="14" creationId="{AC83E023-2D6D-D7A9-B350-D3D0B05562A1}"/>
          </ac:spMkLst>
        </pc:spChg>
        <pc:spChg chg="del">
          <ac:chgData name="joey Bink" userId="4b4987a9054c8c26" providerId="LiveId" clId="{A48D91C7-8BDC-459E-BF94-44DF87A5F811}" dt="2026-10-24T13:28:31.106" v="271" actId="478"/>
          <ac:spMkLst>
            <pc:docMk/>
            <pc:sldMk cId="3109698927" sldId="525"/>
            <ac:spMk id="16" creationId="{495AB5F2-3FFA-519A-0150-A1579E6BF96C}"/>
          </ac:spMkLst>
        </pc:spChg>
        <pc:picChg chg="del">
          <ac:chgData name="joey Bink" userId="4b4987a9054c8c26" providerId="LiveId" clId="{A48D91C7-8BDC-459E-BF94-44DF87A5F811}" dt="2026-10-24T13:28:27.676" v="268" actId="478"/>
          <ac:picMkLst>
            <pc:docMk/>
            <pc:sldMk cId="3109698927" sldId="525"/>
            <ac:picMk id="9" creationId="{C5A11FEF-DA81-AF4E-77D3-67C5365FC573}"/>
          </ac:picMkLst>
        </pc:picChg>
        <pc:picChg chg="del">
          <ac:chgData name="joey Bink" userId="4b4987a9054c8c26" providerId="LiveId" clId="{A48D91C7-8BDC-459E-BF94-44DF87A5F811}" dt="2026-10-24T13:28:31.617" v="272" actId="478"/>
          <ac:picMkLst>
            <pc:docMk/>
            <pc:sldMk cId="3109698927" sldId="525"/>
            <ac:picMk id="11" creationId="{1F99F75F-CB55-845B-0FCB-25F9C05CB2C0}"/>
          </ac:picMkLst>
        </pc:picChg>
      </pc:sldChg>
      <pc:sldChg chg="addSp delSp modSp add mod">
        <pc:chgData name="joey Bink" userId="4b4987a9054c8c26" providerId="LiveId" clId="{A48D91C7-8BDC-459E-BF94-44DF87A5F811}" dt="2026-10-24T13:55:46.283" v="316"/>
        <pc:sldMkLst>
          <pc:docMk/>
          <pc:sldMk cId="1492636578" sldId="526"/>
        </pc:sldMkLst>
        <pc:spChg chg="mod">
          <ac:chgData name="joey Bink" userId="4b4987a9054c8c26" providerId="LiveId" clId="{A48D91C7-8BDC-459E-BF94-44DF87A5F811}" dt="2026-10-24T13:55:24.267" v="310" actId="20577"/>
          <ac:spMkLst>
            <pc:docMk/>
            <pc:sldMk cId="1492636578" sldId="526"/>
            <ac:spMk id="2" creationId="{BBBADC4C-F9A1-C58E-8E6C-161956C04420}"/>
          </ac:spMkLst>
        </pc:spChg>
        <pc:spChg chg="add mod">
          <ac:chgData name="joey Bink" userId="4b4987a9054c8c26" providerId="LiveId" clId="{A48D91C7-8BDC-459E-BF94-44DF87A5F811}" dt="2026-10-24T13:55:41.050" v="313" actId="1076"/>
          <ac:spMkLst>
            <pc:docMk/>
            <pc:sldMk cId="1492636578" sldId="526"/>
            <ac:spMk id="8" creationId="{266A79D2-20A7-A61F-1CAF-A08573C61C3B}"/>
          </ac:spMkLst>
        </pc:spChg>
        <pc:spChg chg="add del mod">
          <ac:chgData name="joey Bink" userId="4b4987a9054c8c26" providerId="LiveId" clId="{A48D91C7-8BDC-459E-BF94-44DF87A5F811}" dt="2026-10-24T13:55:46.283" v="316"/>
          <ac:spMkLst>
            <pc:docMk/>
            <pc:sldMk cId="1492636578" sldId="526"/>
            <ac:spMk id="9" creationId="{1356EAAB-3851-1D0C-B08A-46DBD9A1732B}"/>
          </ac:spMkLst>
        </pc:spChg>
      </pc:sldChg>
    </pc:docChg>
  </pc:docChgLst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2T11:40:32.941" v="4438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2T11:20:39.694" v="4180" actId="113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2T11:20:39.694" v="4180" actId="113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2T10:56:52.347" v="3706" actId="1076"/>
          <ac:spMkLst>
            <pc:docMk/>
            <pc:sldMk cId="2179167034" sldId="522"/>
            <ac:spMk id="8" creationId="{3EF7B61D-50BC-98DC-44B0-E263308FC75F}"/>
          </ac:spMkLst>
        </pc:spChg>
        <pc:spChg chg="add mod">
          <ac:chgData name="Ignacio Hector Caviglia" userId="3fee0988-6c20-4138-8d44-544a5098d377" providerId="ADAL" clId="{E38CA375-B9F8-479D-9119-80579E771090}" dt="2026-10-22T11:08:31.930" v="3949" actId="255"/>
          <ac:spMkLst>
            <pc:docMk/>
            <pc:sldMk cId="2179167034" sldId="522"/>
            <ac:spMk id="9" creationId="{20A964B2-5DB0-34AA-8A0C-B0563ED9B875}"/>
          </ac:spMkLst>
        </pc:spChg>
        <pc:spChg chg="add mod">
          <ac:chgData name="Ignacio Hector Caviglia" userId="3fee0988-6c20-4138-8d44-544a5098d377" providerId="ADAL" clId="{E38CA375-B9F8-479D-9119-80579E771090}" dt="2026-10-22T11:08:38.322" v="3950" actId="14100"/>
          <ac:spMkLst>
            <pc:docMk/>
            <pc:sldMk cId="2179167034" sldId="522"/>
            <ac:spMk id="10" creationId="{D4E65909-245E-8C14-0997-F7B128594046}"/>
          </ac:spMkLst>
        </pc:spChg>
        <pc:spChg chg="add mod">
          <ac:chgData name="Ignacio Hector Caviglia" userId="3fee0988-6c20-4138-8d44-544a5098d377" providerId="ADAL" clId="{E38CA375-B9F8-479D-9119-80579E771090}" dt="2026-10-22T11:20:04.676" v="4165" actId="20577"/>
          <ac:spMkLst>
            <pc:docMk/>
            <pc:sldMk cId="2179167034" sldId="522"/>
            <ac:spMk id="12" creationId="{13C19B09-F74E-105E-0E23-02E11075491B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8:45.142" v="4317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9:24.518" v="4378"/>
        <pc:sldMkLst>
          <pc:docMk/>
          <pc:sldMk cId="4136492364" sldId="524"/>
        </pc:sldMkLst>
        <pc:spChg chg="mod">
          <ac:chgData name="Ignacio Hector Caviglia" userId="3fee0988-6c20-4138-8d44-544a5098d377" providerId="ADAL" clId="{E38CA375-B9F8-479D-9119-80579E771090}" dt="2026-10-22T11:39:24.518" v="4378"/>
          <ac:spMkLst>
            <pc:docMk/>
            <pc:sldMk cId="4136492364" sldId="524"/>
            <ac:spMk id="2" creationId="{CB234263-5363-B0CB-FFB2-9CD2DC4F8ADA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9:09.589" v="4353"/>
          <ac:graphicFrameMkLst>
            <pc:docMk/>
            <pc:sldMk cId="4136492364" sldId="524"/>
            <ac:graphicFrameMk id="7" creationId="{96ED2EFF-6792-6CDB-808C-A143BCBB7084}"/>
          </ac:graphicFrameMkLst>
        </pc:graphicFrame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‹nr.›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40.png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10" Type="http://schemas.openxmlformats.org/officeDocument/2006/relationships/image" Target="../media/image22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5" Type="http://schemas.openxmlformats.org/officeDocument/2006/relationships/image" Target="../media/image20.png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oleObject" Target="../embeddings/oleObject16.bin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6" Type="http://schemas.openxmlformats.org/officeDocument/2006/relationships/image" Target="../media/image25.gif"/><Relationship Id="rId5" Type="http://schemas.openxmlformats.org/officeDocument/2006/relationships/image" Target="../media/image24.gif"/><Relationship Id="rId4" Type="http://schemas.openxmlformats.org/officeDocument/2006/relationships/image" Target="../media/image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0301189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10/24/2026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412525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0777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of two </a:t>
                </a:r>
                <a:r>
                  <a:rPr lang="en-US" b="1" dirty="0"/>
                  <a:t>independent</a:t>
                </a:r>
                <a:r>
                  <a:rPr lang="en-US" dirty="0"/>
                  <a:t> gaussian distributions,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distribution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10/24/2026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3EF7B61D-50BC-98DC-44B0-E263308FC75F}"/>
              </a:ext>
            </a:extLst>
          </p:cNvPr>
          <p:cNvSpPr/>
          <p:nvPr/>
        </p:nvSpPr>
        <p:spPr bwMode="auto">
          <a:xfrm>
            <a:off x="8074360" y="4812334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/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D4E65909-245E-8C14-0997-F7B128594046}"/>
              </a:ext>
            </a:extLst>
          </p:cNvPr>
          <p:cNvSpPr/>
          <p:nvPr/>
        </p:nvSpPr>
        <p:spPr bwMode="auto">
          <a:xfrm>
            <a:off x="8543478" y="5028359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/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blipFill>
                <a:blip r:embed="rId7"/>
                <a:stretch>
                  <a:fillRect l="-864" r="-1944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 distribution in the fix frame of reference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 distribution in the meandering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blipFill>
                <a:blip r:embed="rId8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933F66C-A118-DE70-DBDA-BC3AC16B38A4}"/>
              </a:ext>
            </a:extLst>
          </p:cNvPr>
          <p:cNvSpPr txBox="1"/>
          <p:nvPr/>
        </p:nvSpPr>
        <p:spPr>
          <a:xfrm>
            <a:off x="8975526" y="4689805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chemeClr val="accent2"/>
                </a:solidFill>
                <a:latin typeface="+mn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63623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92686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03049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10/24/2026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horizontal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26687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413EB-0CE8-DD73-C388-A66EA2B0F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9171" y="2566374"/>
            <a:ext cx="5476035" cy="30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2270A-F1E4-A6F3-2679-6E31DED9BB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877" y="2566374"/>
            <a:ext cx="5476035" cy="302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/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5D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𝟏𝟎𝟐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blipFill>
                <a:blip r:embed="rId7"/>
                <a:stretch>
                  <a:fillRect l="-3627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/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10D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𝟏𝟑𝟒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blipFill>
                <a:blip r:embed="rId8"/>
                <a:stretch>
                  <a:fillRect l="-3454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DBC5E-43B3-8304-4224-6DC0E9A7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8D856ADF-9FE2-E556-A654-EE26009BDA6B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D856ADF-9FE2-E556-A654-EE26009BDA6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BBADC4C-F9A1-C58E-8E6C-161956C04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115" y="908720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3A6AC-3471-7B5D-EB63-60C8CA54A9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DCE981-D4E5-1C8C-E7CA-FA24B0A7B7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F0D31BA-F4A6-4C48-27A1-622938BD797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10/24/2026</a:t>
            </a:fld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66A79D2-20A7-A61F-1CAF-A08573C61C3B}"/>
              </a:ext>
            </a:extLst>
          </p:cNvPr>
          <p:cNvSpPr txBox="1">
            <a:spLocks/>
          </p:cNvSpPr>
          <p:nvPr/>
        </p:nvSpPr>
        <p:spPr bwMode="auto">
          <a:xfrm>
            <a:off x="1792115" y="1340768"/>
            <a:ext cx="7751091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b="0" kern="0" dirty="0"/>
              <a:t>The wake </a:t>
            </a:r>
            <a:r>
              <a:rPr lang="en-US" sz="1600" b="0" kern="0" dirty="0" err="1"/>
              <a:t>centre</a:t>
            </a:r>
            <a:r>
              <a:rPr lang="en-US" sz="1600" b="0" kern="0" dirty="0"/>
              <a:t> moves sideways and up-and-down as it propagates downstream.  </a:t>
            </a:r>
          </a:p>
        </p:txBody>
      </p:sp>
    </p:spTree>
    <p:extLst>
      <p:ext uri="{BB962C8B-B14F-4D97-AF65-F5344CB8AC3E}">
        <p14:creationId xmlns:p14="http://schemas.microsoft.com/office/powerpoint/2010/main" val="14926365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556888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115" y="908720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B2D9DC51-3B89-8E14-BD9B-0523EC89E4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482" y="2639560"/>
            <a:ext cx="6676058" cy="3338029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A62DE72D-6BD5-4B86-60C1-3F084C35E4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9416" y="2636348"/>
            <a:ext cx="6696744" cy="3348372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4E629D4-B379-C414-C40E-4BEF82556ACF}"/>
              </a:ext>
            </a:extLst>
          </p:cNvPr>
          <p:cNvSpPr txBox="1">
            <a:spLocks/>
          </p:cNvSpPr>
          <p:nvPr/>
        </p:nvSpPr>
        <p:spPr bwMode="auto">
          <a:xfrm>
            <a:off x="2047978" y="2379750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Near wake: 5D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14A581C-40DD-38F7-368C-D80E9AF45C6C}"/>
              </a:ext>
            </a:extLst>
          </p:cNvPr>
          <p:cNvSpPr txBox="1">
            <a:spLocks/>
          </p:cNvSpPr>
          <p:nvPr/>
        </p:nvSpPr>
        <p:spPr bwMode="auto">
          <a:xfrm>
            <a:off x="1794207" y="1295760"/>
            <a:ext cx="7751091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b="0" kern="0" dirty="0"/>
              <a:t>The wake </a:t>
            </a:r>
            <a:r>
              <a:rPr lang="en-US" sz="1600" b="0" kern="0" dirty="0" err="1"/>
              <a:t>centre</a:t>
            </a:r>
            <a:r>
              <a:rPr lang="en-US" sz="1600" b="0" kern="0" dirty="0"/>
              <a:t> moves sideways and up-and-down as it propagates downstream.  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5904EA8-44BD-997E-631C-5B2B03EA1FAF}"/>
              </a:ext>
            </a:extLst>
          </p:cNvPr>
          <p:cNvSpPr txBox="1">
            <a:spLocks/>
          </p:cNvSpPr>
          <p:nvPr/>
        </p:nvSpPr>
        <p:spPr bwMode="auto">
          <a:xfrm>
            <a:off x="7952635" y="2379750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Far wake: 10D</a:t>
            </a:r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276E6-3BE2-6FD5-BB3B-952901FE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B6C60F24-F623-E9F1-022A-0C3C7740229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6C60F24-F623-E9F1-022A-0C3C774022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DC51DC-C8E1-4674-3FB1-C57199889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115" y="908720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E95564-48EB-ECB2-99CF-A29FF192EA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BF23D5-4A53-C6B7-E9E5-525A630F1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9314FD0-B83F-41FC-A158-D333FC4C7A2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698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96ED2EFF-6792-6CDB-808C-A143BCBB708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16578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6ED2EFF-6792-6CDB-808C-A143BCBB70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234263-5363-B0CB-FFB2-9CD2DC4F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Moving frame of reference: Wake deficit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6F5DD-22AF-86AE-D34B-78CC17B98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57CCCA-5AE0-5E5D-7B97-66A9629DE9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0354E-B2BA-CB94-030E-448F6FD67F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7ED99-52DC-0DA9-B548-4D549D639D0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69EAC3-13EE-4246-89E1-E191CD7E8A15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92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3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9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F5CD6E9F-EB95-4B70-B601-F184015A4F9D}">
  <ds:schemaRefs/>
</ds:datastoreItem>
</file>

<file path=customXml/itemProps2.xml><?xml version="1.0" encoding="utf-8"?>
<ds:datastoreItem xmlns:ds="http://schemas.openxmlformats.org/officeDocument/2006/customXml" ds:itemID="{2EB4C41E-0201-403E-B674-C35FC9D83F82}">
  <ds:schemaRefs/>
</ds:datastoreItem>
</file>

<file path=customXml/itemProps3.xml><?xml version="1.0" encoding="utf-8"?>
<ds:datastoreItem xmlns:ds="http://schemas.openxmlformats.org/officeDocument/2006/customXml" ds:itemID="{C086A146-0E09-4AA0-A3DC-33B2C18DA71A}">
  <ds:schemaRefs/>
</ds:datastoreItem>
</file>

<file path=customXml/itemProps4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256B63E5-69B6-464D-863A-E47835EE7289}">
  <ds:schemaRefs/>
</ds:datastoreItem>
</file>

<file path=customXml/itemProps6.xml><?xml version="1.0" encoding="utf-8"?>
<ds:datastoreItem xmlns:ds="http://schemas.openxmlformats.org/officeDocument/2006/customXml" ds:itemID="{B917EF7A-B11F-4137-A061-E3AFCEC45668}">
  <ds:schemaRefs/>
</ds:datastoreItem>
</file>

<file path=customXml/itemProps7.xml><?xml version="1.0" encoding="utf-8"?>
<ds:datastoreItem xmlns:ds="http://schemas.openxmlformats.org/officeDocument/2006/customXml" ds:itemID="{09A4C5C1-E379-42C2-9CE4-96EAD0C517EB}">
  <ds:schemaRefs/>
</ds:datastoreItem>
</file>

<file path=customXml/itemProps8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9.xml><?xml version="1.0" encoding="utf-8"?>
<ds:datastoreItem xmlns:ds="http://schemas.openxmlformats.org/officeDocument/2006/customXml" ds:itemID="{1334258C-C3E7-4029-A615-C886A240FB15}">
  <ds:schemaRefs/>
</ds:datastoreItem>
</file>

<file path=customXml/itemProps10.xml><?xml version="1.0" encoding="utf-8"?>
<ds:datastoreItem xmlns:ds="http://schemas.openxmlformats.org/officeDocument/2006/customXml" ds:itemID="{9264A7C6-73F2-4A78-AE58-B921BC9D921C}">
  <ds:schemaRefs/>
</ds:datastoreItem>
</file>

<file path=customXml/itemProps11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747FA701-153C-414F-9076-93D6EB8F30A9}">
  <ds:schemaRefs/>
</ds:datastoreItem>
</file>

<file path=customXml/itemProps14.xml><?xml version="1.0" encoding="utf-8"?>
<ds:datastoreItem xmlns:ds="http://schemas.openxmlformats.org/officeDocument/2006/customXml" ds:itemID="{27900B32-6883-412F-8FAC-916A5B87173E}">
  <ds:schemaRefs/>
</ds:datastoreItem>
</file>

<file path=customXml/itemProps15.xml><?xml version="1.0" encoding="utf-8"?>
<ds:datastoreItem xmlns:ds="http://schemas.openxmlformats.org/officeDocument/2006/customXml" ds:itemID="{0A0F7F37-D167-4B30-B1F7-9A6095DD8E5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1049</Words>
  <Application>Microsoft Office PowerPoint</Application>
  <PresentationFormat>Aangepast</PresentationFormat>
  <Paragraphs>181</Paragraphs>
  <Slides>20</Slides>
  <Notes>2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Ingesloten OLE-bronprogramma's</vt:lpstr>
      </vt:variant>
      <vt:variant>
        <vt:i4>1</vt:i4>
      </vt:variant>
      <vt:variant>
        <vt:lpstr>Diatitels</vt:lpstr>
      </vt:variant>
      <vt:variant>
        <vt:i4>20</vt:i4>
      </vt:variant>
    </vt:vector>
  </HeadingPairs>
  <TitlesOfParts>
    <vt:vector size="25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</vt:lpstr>
      <vt:lpstr>Meandering</vt:lpstr>
      <vt:lpstr>Meandering</vt:lpstr>
      <vt:lpstr>Meandering: Gaussian fit</vt:lpstr>
      <vt:lpstr>Moving frame of reference: Wake deficit computation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joey Bink</cp:lastModifiedBy>
  <cp:revision>17</cp:revision>
  <dcterms:created xsi:type="dcterms:W3CDTF">2026-10-05T14:51:38Z</dcterms:created>
  <dcterms:modified xsi:type="dcterms:W3CDTF">2026-10-24T13:55:55Z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