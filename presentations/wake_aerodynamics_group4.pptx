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customXml/itemProps5.xml" ContentType="application/vnd.openxmlformats-officedocument.customXmlProperties+xml"/>
  <Override PartName="/customXml/itemProps6.xml" ContentType="application/vnd.openxmlformats-officedocument.customXmlProperties+xml"/>
  <Override PartName="/customXml/itemProps7.xml" ContentType="application/vnd.openxmlformats-officedocument.customXmlProperties+xml"/>
  <Override PartName="/customXml/itemProps8.xml" ContentType="application/vnd.openxmlformats-officedocument.customXmlProperties+xml"/>
  <Override PartName="/customXml/itemProps9.xml" ContentType="application/vnd.openxmlformats-officedocument.customXmlProperties+xml"/>
  <Override PartName="/customXml/itemProps10.xml" ContentType="application/vnd.openxmlformats-officedocument.customXmlProperties+xml"/>
  <Override PartName="/customXml/itemProps11.xml" ContentType="application/vnd.openxmlformats-officedocument.customXmlProperties+xml"/>
  <Override PartName="/customXml/itemProps12.xml" ContentType="application/vnd.openxmlformats-officedocument.customXmlProperties+xml"/>
  <Override PartName="/customXml/itemProps13.xml" ContentType="application/vnd.openxmlformats-officedocument.customXmlProperties+xml"/>
  <Override PartName="/customXml/itemProps14.xml" ContentType="application/vnd.openxmlformats-officedocument.customXmlProperties+xml"/>
  <Override PartName="/customXml/itemProps15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tags/tag7.xml" ContentType="application/vnd.openxmlformats-officedocument.presentationml.tags+xml"/>
  <Override PartName="/ppt/notesSlides/notesSlide1.xml" ContentType="application/vnd.openxmlformats-officedocument.presentationml.notesSlide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notesSlides/notesSlide2.xml" ContentType="application/vnd.openxmlformats-officedocument.presentationml.notesSlide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62" r:id="rId16"/>
  </p:sldMasterIdLst>
  <p:notesMasterIdLst>
    <p:notesMasterId r:id="rId39"/>
  </p:notesMasterIdLst>
  <p:handoutMasterIdLst>
    <p:handoutMasterId r:id="rId40"/>
  </p:handoutMasterIdLst>
  <p:sldIdLst>
    <p:sldId id="500" r:id="rId17"/>
    <p:sldId id="511" r:id="rId18"/>
    <p:sldId id="512" r:id="rId19"/>
    <p:sldId id="513" r:id="rId20"/>
    <p:sldId id="506" r:id="rId21"/>
    <p:sldId id="510" r:id="rId22"/>
    <p:sldId id="508" r:id="rId23"/>
    <p:sldId id="507" r:id="rId24"/>
    <p:sldId id="514" r:id="rId25"/>
    <p:sldId id="515" r:id="rId26"/>
    <p:sldId id="505" r:id="rId27"/>
    <p:sldId id="529" r:id="rId28"/>
    <p:sldId id="522" r:id="rId29"/>
    <p:sldId id="526" r:id="rId30"/>
    <p:sldId id="520" r:id="rId31"/>
    <p:sldId id="519" r:id="rId32"/>
    <p:sldId id="518" r:id="rId33"/>
    <p:sldId id="516" r:id="rId34"/>
    <p:sldId id="527" r:id="rId35"/>
    <p:sldId id="523" r:id="rId36"/>
    <p:sldId id="525" r:id="rId37"/>
    <p:sldId id="528" r:id="rId38"/>
  </p:sldIdLst>
  <p:sldSz cx="12190413" cy="6858000"/>
  <p:notesSz cx="6858000" cy="9144000"/>
  <p:custDataLst>
    <p:tags r:id="rId41"/>
  </p:custDataLst>
  <p:defaultTextStyle>
    <a:defPPr>
      <a:defRPr lang="da-DK"/>
    </a:defPPr>
    <a:lvl1pPr algn="l" rtl="0" fontAlgn="base">
      <a:spcBef>
        <a:spcPct val="50000"/>
      </a:spcBef>
      <a:spcAft>
        <a:spcPct val="0"/>
      </a:spcAft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1pPr>
    <a:lvl2pPr marL="457200" algn="l" rtl="0" fontAlgn="base">
      <a:spcBef>
        <a:spcPct val="50000"/>
      </a:spcBef>
      <a:spcAft>
        <a:spcPct val="0"/>
      </a:spcAft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2pPr>
    <a:lvl3pPr marL="914400" algn="l" rtl="0" fontAlgn="base">
      <a:spcBef>
        <a:spcPct val="50000"/>
      </a:spcBef>
      <a:spcAft>
        <a:spcPct val="0"/>
      </a:spcAft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3pPr>
    <a:lvl4pPr marL="1371600" algn="l" rtl="0" fontAlgn="base">
      <a:spcBef>
        <a:spcPct val="50000"/>
      </a:spcBef>
      <a:spcAft>
        <a:spcPct val="0"/>
      </a:spcAft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4pPr>
    <a:lvl5pPr marL="1828800" algn="l" rtl="0" fontAlgn="base">
      <a:spcBef>
        <a:spcPct val="50000"/>
      </a:spcBef>
      <a:spcAft>
        <a:spcPct val="0"/>
      </a:spcAft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5pPr>
    <a:lvl6pPr marL="2286000" algn="l" defTabSz="914400" rtl="0" eaLnBrk="1" latinLnBrk="0" hangingPunct="1"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6pPr>
    <a:lvl7pPr marL="2743200" algn="l" defTabSz="914400" rtl="0" eaLnBrk="1" latinLnBrk="0" hangingPunct="1"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7pPr>
    <a:lvl8pPr marL="3200400" algn="l" defTabSz="914400" rtl="0" eaLnBrk="1" latinLnBrk="0" hangingPunct="1"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8pPr>
    <a:lvl9pPr marL="3657600" algn="l" defTabSz="914400" rtl="0" eaLnBrk="1" latinLnBrk="0" hangingPunct="1"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19.10.2026" id="{0B5DC8F8-E1EE-42BB-8B04-6F1845B1FEAA}">
          <p14:sldIdLst>
            <p14:sldId id="500"/>
            <p14:sldId id="511"/>
            <p14:sldId id="512"/>
            <p14:sldId id="513"/>
            <p14:sldId id="506"/>
            <p14:sldId id="510"/>
            <p14:sldId id="508"/>
            <p14:sldId id="507"/>
            <p14:sldId id="514"/>
            <p14:sldId id="515"/>
          </p14:sldIdLst>
        </p14:section>
        <p14:section name="26.10.2026" id="{6BD670E4-1915-4540-9F17-215133EDEC5F}">
          <p14:sldIdLst>
            <p14:sldId id="505"/>
            <p14:sldId id="529"/>
            <p14:sldId id="522"/>
            <p14:sldId id="526"/>
            <p14:sldId id="520"/>
            <p14:sldId id="519"/>
            <p14:sldId id="518"/>
            <p14:sldId id="516"/>
            <p14:sldId id="527"/>
            <p14:sldId id="523"/>
            <p14:sldId id="525"/>
            <p14:sldId id="528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ttias Andersson" initials="MA" lastIdx="1" clrIdx="0">
    <p:extLst>
      <p:ext uri="{19B8F6BF-5375-455C-9EA6-DF929625EA0E}">
        <p15:presenceInfo xmlns:p15="http://schemas.microsoft.com/office/powerpoint/2012/main" userId="S-1-5-21-4207196655-1284807994-987816898-558702" providerId="AD"/>
      </p:ext>
    </p:extLst>
  </p:cmAuthor>
  <p:cmAuthor id="2" name="Microsoft Office User" initials="MOU" lastIdx="1" clrIdx="1">
    <p:extLst>
      <p:ext uri="{19B8F6BF-5375-455C-9EA6-DF929625EA0E}">
        <p15:presenceInfo xmlns:p15="http://schemas.microsoft.com/office/powerpoint/2012/main" userId="Microsoft Office Us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2F3EEA"/>
    <a:srgbClr val="990000"/>
    <a:srgbClr val="000000"/>
    <a:srgbClr val="FFCC00"/>
    <a:srgbClr val="FF6600"/>
    <a:srgbClr val="FF0000"/>
    <a:srgbClr val="FF0099"/>
    <a:srgbClr val="CC3399"/>
    <a:srgbClr val="6600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0F48EB8-E695-4524-8021-9A904A137557}" v="7" dt="2026-10-26T08:59:49.748"/>
    <p1510:client id="{C4FDFE87-B49A-4A5E-96B2-F6D24E9DA19B}" v="118" dt="2026-10-25T16:36:49.702"/>
  </p1510:revLst>
</p1510:revInfo>
</file>

<file path=ppt/tableStyles.xml><?xml version="1.0" encoding="utf-8"?>
<a:tblStyleLst xmlns:a="http://schemas.openxmlformats.org/drawingml/2006/main" def="{21E4AEA4-8DFA-4A89-87EB-49C32662AFE0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5820" autoAdjust="0"/>
  </p:normalViewPr>
  <p:slideViewPr>
    <p:cSldViewPr showGuides="1">
      <p:cViewPr varScale="1">
        <p:scale>
          <a:sx n="111" d="100"/>
          <a:sy n="111" d="100"/>
        </p:scale>
        <p:origin x="534" y="84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howGuides="1">
      <p:cViewPr varScale="1">
        <p:scale>
          <a:sx n="95" d="100"/>
          <a:sy n="95" d="100"/>
        </p:scale>
        <p:origin x="2512" y="20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customXml" Target="../customXml/item13.xml"/><Relationship Id="rId18" Type="http://schemas.openxmlformats.org/officeDocument/2006/relationships/slide" Target="slides/slide2.xml"/><Relationship Id="rId26" Type="http://schemas.openxmlformats.org/officeDocument/2006/relationships/slide" Target="slides/slide10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5.xml"/><Relationship Id="rId34" Type="http://schemas.openxmlformats.org/officeDocument/2006/relationships/slide" Target="slides/slide18.xml"/><Relationship Id="rId42" Type="http://schemas.openxmlformats.org/officeDocument/2006/relationships/commentAuthors" Target="commentAuthors.xml"/><Relationship Id="rId47" Type="http://schemas.microsoft.com/office/2016/11/relationships/changesInfo" Target="changesInfos/changesInfo1.xml"/><Relationship Id="rId7" Type="http://schemas.openxmlformats.org/officeDocument/2006/relationships/customXml" Target="../customXml/item7.xml"/><Relationship Id="rId2" Type="http://schemas.openxmlformats.org/officeDocument/2006/relationships/customXml" Target="../customXml/item2.xml"/><Relationship Id="rId16" Type="http://schemas.openxmlformats.org/officeDocument/2006/relationships/slideMaster" Target="slideMasters/slideMaster1.xml"/><Relationship Id="rId29" Type="http://schemas.openxmlformats.org/officeDocument/2006/relationships/slide" Target="slides/slide13.xml"/><Relationship Id="rId1" Type="http://schemas.openxmlformats.org/officeDocument/2006/relationships/customXml" Target="../customXml/item1.xml"/><Relationship Id="rId6" Type="http://schemas.openxmlformats.org/officeDocument/2006/relationships/customXml" Target="../customXml/item6.xml"/><Relationship Id="rId11" Type="http://schemas.openxmlformats.org/officeDocument/2006/relationships/customXml" Target="../customXml/item11.xml"/><Relationship Id="rId24" Type="http://schemas.openxmlformats.org/officeDocument/2006/relationships/slide" Target="slides/slide8.xml"/><Relationship Id="rId32" Type="http://schemas.openxmlformats.org/officeDocument/2006/relationships/slide" Target="slides/slide16.xml"/><Relationship Id="rId37" Type="http://schemas.openxmlformats.org/officeDocument/2006/relationships/slide" Target="slides/slide21.xml"/><Relationship Id="rId40" Type="http://schemas.openxmlformats.org/officeDocument/2006/relationships/handoutMaster" Target="handoutMasters/handoutMaster1.xml"/><Relationship Id="rId45" Type="http://schemas.openxmlformats.org/officeDocument/2006/relationships/theme" Target="theme/theme1.xml"/><Relationship Id="rId5" Type="http://schemas.openxmlformats.org/officeDocument/2006/relationships/customXml" Target="../customXml/item5.xml"/><Relationship Id="rId15" Type="http://schemas.openxmlformats.org/officeDocument/2006/relationships/customXml" Target="../customXml/item15.xml"/><Relationship Id="rId23" Type="http://schemas.openxmlformats.org/officeDocument/2006/relationships/slide" Target="slides/slide7.xml"/><Relationship Id="rId28" Type="http://schemas.openxmlformats.org/officeDocument/2006/relationships/slide" Target="slides/slide12.xml"/><Relationship Id="rId36" Type="http://schemas.openxmlformats.org/officeDocument/2006/relationships/slide" Target="slides/slide20.xml"/><Relationship Id="rId10" Type="http://schemas.openxmlformats.org/officeDocument/2006/relationships/customXml" Target="../customXml/item10.xml"/><Relationship Id="rId19" Type="http://schemas.openxmlformats.org/officeDocument/2006/relationships/slide" Target="slides/slide3.xml"/><Relationship Id="rId31" Type="http://schemas.openxmlformats.org/officeDocument/2006/relationships/slide" Target="slides/slide15.xml"/><Relationship Id="rId44" Type="http://schemas.openxmlformats.org/officeDocument/2006/relationships/viewProps" Target="viewProps.xml"/><Relationship Id="rId4" Type="http://schemas.openxmlformats.org/officeDocument/2006/relationships/customXml" Target="../customXml/item4.xml"/><Relationship Id="rId9" Type="http://schemas.openxmlformats.org/officeDocument/2006/relationships/customXml" Target="../customXml/item9.xml"/><Relationship Id="rId14" Type="http://schemas.openxmlformats.org/officeDocument/2006/relationships/customXml" Target="../customXml/item14.xml"/><Relationship Id="rId22" Type="http://schemas.openxmlformats.org/officeDocument/2006/relationships/slide" Target="slides/slide6.xml"/><Relationship Id="rId27" Type="http://schemas.openxmlformats.org/officeDocument/2006/relationships/slide" Target="slides/slide11.xml"/><Relationship Id="rId30" Type="http://schemas.openxmlformats.org/officeDocument/2006/relationships/slide" Target="slides/slide14.xml"/><Relationship Id="rId35" Type="http://schemas.openxmlformats.org/officeDocument/2006/relationships/slide" Target="slides/slide19.xml"/><Relationship Id="rId43" Type="http://schemas.openxmlformats.org/officeDocument/2006/relationships/presProps" Target="presProps.xml"/><Relationship Id="rId48" Type="http://schemas.microsoft.com/office/2015/10/relationships/revisionInfo" Target="revisionInfo.xml"/><Relationship Id="rId8" Type="http://schemas.openxmlformats.org/officeDocument/2006/relationships/customXml" Target="../customXml/item8.xml"/><Relationship Id="rId3" Type="http://schemas.openxmlformats.org/officeDocument/2006/relationships/customXml" Target="../customXml/item3.xml"/><Relationship Id="rId12" Type="http://schemas.openxmlformats.org/officeDocument/2006/relationships/customXml" Target="../customXml/item12.xml"/><Relationship Id="rId17" Type="http://schemas.openxmlformats.org/officeDocument/2006/relationships/slide" Target="slides/slide1.xml"/><Relationship Id="rId25" Type="http://schemas.openxmlformats.org/officeDocument/2006/relationships/slide" Target="slides/slide9.xml"/><Relationship Id="rId33" Type="http://schemas.openxmlformats.org/officeDocument/2006/relationships/slide" Target="slides/slide17.xml"/><Relationship Id="rId38" Type="http://schemas.openxmlformats.org/officeDocument/2006/relationships/slide" Target="slides/slide22.xml"/><Relationship Id="rId46" Type="http://schemas.openxmlformats.org/officeDocument/2006/relationships/tableStyles" Target="tableStyles.xml"/><Relationship Id="rId20" Type="http://schemas.openxmlformats.org/officeDocument/2006/relationships/slide" Target="slides/slide4.xml"/><Relationship Id="rId41" Type="http://schemas.openxmlformats.org/officeDocument/2006/relationships/tags" Target="tags/tag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ey Bink" userId="4b4987a9054c8c26" providerId="LiveId" clId="{A48D91C7-8BDC-459E-BF94-44DF87A5F811}"/>
    <pc:docChg chg="undo custSel addSld delSld modSld sldOrd modSection">
      <pc:chgData name="joey Bink" userId="4b4987a9054c8c26" providerId="LiveId" clId="{A48D91C7-8BDC-459E-BF94-44DF87A5F811}" dt="2026-10-25T16:50:48.767" v="601" actId="47"/>
      <pc:docMkLst>
        <pc:docMk/>
      </pc:docMkLst>
      <pc:sldChg chg="modSp">
        <pc:chgData name="joey Bink" userId="4b4987a9054c8c26" providerId="LiveId" clId="{A48D91C7-8BDC-459E-BF94-44DF87A5F811}" dt="2026-10-24T13:17:33.280" v="20" actId="1076"/>
        <pc:sldMkLst>
          <pc:docMk/>
          <pc:sldMk cId="2179167034" sldId="522"/>
        </pc:sldMkLst>
        <pc:spChg chg="mod">
          <ac:chgData name="joey Bink" userId="4b4987a9054c8c26" providerId="LiveId" clId="{A48D91C7-8BDC-459E-BF94-44DF87A5F811}" dt="2026-10-24T13:17:33.280" v="20" actId="1076"/>
          <ac:spMkLst>
            <pc:docMk/>
            <pc:sldMk cId="2179167034" sldId="522"/>
            <ac:spMk id="3" creationId="{4F2A2241-E328-241A-44DE-C1BD72B3FFDC}"/>
          </ac:spMkLst>
        </pc:spChg>
      </pc:sldChg>
      <pc:sldChg chg="addSp delSp modSp mod">
        <pc:chgData name="joey Bink" userId="4b4987a9054c8c26" providerId="LiveId" clId="{A48D91C7-8BDC-459E-BF94-44DF87A5F811}" dt="2026-10-25T16:36:49.702" v="598" actId="1076"/>
        <pc:sldMkLst>
          <pc:docMk/>
          <pc:sldMk cId="327460808" sldId="523"/>
        </pc:sldMkLst>
        <pc:spChg chg="mod">
          <ac:chgData name="joey Bink" userId="4b4987a9054c8c26" providerId="LiveId" clId="{A48D91C7-8BDC-459E-BF94-44DF87A5F811}" dt="2026-10-25T15:58:49.361" v="436" actId="1076"/>
          <ac:spMkLst>
            <pc:docMk/>
            <pc:sldMk cId="327460808" sldId="523"/>
            <ac:spMk id="2" creationId="{D7173394-A03E-A3BF-B8B3-B48208692B94}"/>
          </ac:spMkLst>
        </pc:spChg>
        <pc:spChg chg="add mod">
          <ac:chgData name="joey Bink" userId="4b4987a9054c8c26" providerId="LiveId" clId="{A48D91C7-8BDC-459E-BF94-44DF87A5F811}" dt="2026-10-25T15:59:03.047" v="437" actId="1076"/>
          <ac:spMkLst>
            <pc:docMk/>
            <pc:sldMk cId="327460808" sldId="523"/>
            <ac:spMk id="3" creationId="{449351AA-8F25-51DB-FC3F-DCE472FE93B5}"/>
          </ac:spMkLst>
        </pc:spChg>
        <pc:spChg chg="add mod">
          <ac:chgData name="joey Bink" userId="4b4987a9054c8c26" providerId="LiveId" clId="{A48D91C7-8BDC-459E-BF94-44DF87A5F811}" dt="2026-10-25T15:59:03.047" v="437" actId="1076"/>
          <ac:spMkLst>
            <pc:docMk/>
            <pc:sldMk cId="327460808" sldId="523"/>
            <ac:spMk id="10" creationId="{3AEC6F4D-39BF-1AE1-E009-B05A9759C7FC}"/>
          </ac:spMkLst>
        </pc:spChg>
        <pc:spChg chg="add mod">
          <ac:chgData name="joey Bink" userId="4b4987a9054c8c26" providerId="LiveId" clId="{A48D91C7-8BDC-459E-BF94-44DF87A5F811}" dt="2026-10-25T16:36:49.702" v="598" actId="1076"/>
          <ac:spMkLst>
            <pc:docMk/>
            <pc:sldMk cId="327460808" sldId="523"/>
            <ac:spMk id="12" creationId="{B4E629D4-B379-C414-C40E-4BEF82556ACF}"/>
          </ac:spMkLst>
        </pc:spChg>
        <pc:spChg chg="add mod">
          <ac:chgData name="joey Bink" userId="4b4987a9054c8c26" providerId="LiveId" clId="{A48D91C7-8BDC-459E-BF94-44DF87A5F811}" dt="2026-10-25T15:59:03.047" v="437" actId="1076"/>
          <ac:spMkLst>
            <pc:docMk/>
            <pc:sldMk cId="327460808" sldId="523"/>
            <ac:spMk id="13" creationId="{9ABEFCF6-5E04-234B-D9C3-45A47622C4CF}"/>
          </ac:spMkLst>
        </pc:spChg>
        <pc:spChg chg="add mod">
          <ac:chgData name="joey Bink" userId="4b4987a9054c8c26" providerId="LiveId" clId="{A48D91C7-8BDC-459E-BF94-44DF87A5F811}" dt="2026-10-25T15:58:49.361" v="436" actId="1076"/>
          <ac:spMkLst>
            <pc:docMk/>
            <pc:sldMk cId="327460808" sldId="523"/>
            <ac:spMk id="14" creationId="{F14A581C-40DD-38F7-368C-D80E9AF45C6C}"/>
          </ac:spMkLst>
        </pc:spChg>
        <pc:spChg chg="add mod">
          <ac:chgData name="joey Bink" userId="4b4987a9054c8c26" providerId="LiveId" clId="{A48D91C7-8BDC-459E-BF94-44DF87A5F811}" dt="2026-10-25T16:36:49.702" v="598" actId="1076"/>
          <ac:spMkLst>
            <pc:docMk/>
            <pc:sldMk cId="327460808" sldId="523"/>
            <ac:spMk id="16" creationId="{45904EA8-44BD-997E-631C-5B2B03EA1FAF}"/>
          </ac:spMkLst>
        </pc:spChg>
        <pc:picChg chg="add del mod ord modCrop">
          <ac:chgData name="joey Bink" userId="4b4987a9054c8c26" providerId="LiveId" clId="{A48D91C7-8BDC-459E-BF94-44DF87A5F811}" dt="2026-10-25T15:59:56.049" v="439" actId="478"/>
          <ac:picMkLst>
            <pc:docMk/>
            <pc:sldMk cId="327460808" sldId="523"/>
            <ac:picMk id="9" creationId="{B2D9DC51-3B89-8E14-BD9B-0523EC89E43F}"/>
          </ac:picMkLst>
        </pc:picChg>
        <pc:picChg chg="add del mod ord">
          <ac:chgData name="joey Bink" userId="4b4987a9054c8c26" providerId="LiveId" clId="{A48D91C7-8BDC-459E-BF94-44DF87A5F811}" dt="2026-10-25T16:01:36.390" v="446" actId="478"/>
          <ac:picMkLst>
            <pc:docMk/>
            <pc:sldMk cId="327460808" sldId="523"/>
            <ac:picMk id="11" creationId="{A62DE72D-6BD5-4B86-60C1-3F084C35E495}"/>
          </ac:picMkLst>
        </pc:picChg>
        <pc:picChg chg="add mod ord">
          <ac:chgData name="joey Bink" userId="4b4987a9054c8c26" providerId="LiveId" clId="{A48D91C7-8BDC-459E-BF94-44DF87A5F811}" dt="2026-10-25T16:36:49.702" v="598" actId="1076"/>
          <ac:picMkLst>
            <pc:docMk/>
            <pc:sldMk cId="327460808" sldId="523"/>
            <ac:picMk id="17" creationId="{C3499F6E-5C4A-0E5F-944F-75036F485DA4}"/>
          </ac:picMkLst>
        </pc:picChg>
        <pc:picChg chg="add mod ord">
          <ac:chgData name="joey Bink" userId="4b4987a9054c8c26" providerId="LiveId" clId="{A48D91C7-8BDC-459E-BF94-44DF87A5F811}" dt="2026-10-25T16:36:49.702" v="598" actId="1076"/>
          <ac:picMkLst>
            <pc:docMk/>
            <pc:sldMk cId="327460808" sldId="523"/>
            <ac:picMk id="19" creationId="{9267CA7F-2AE3-5324-A1E4-1772BA4CF7E6}"/>
          </ac:picMkLst>
        </pc:picChg>
      </pc:sldChg>
      <pc:sldChg chg="addSp delSp modSp add mod">
        <pc:chgData name="joey Bink" userId="4b4987a9054c8c26" providerId="LiveId" clId="{A48D91C7-8BDC-459E-BF94-44DF87A5F811}" dt="2026-10-25T16:30:52.702" v="597" actId="1076"/>
        <pc:sldMkLst>
          <pc:docMk/>
          <pc:sldMk cId="3109698927" sldId="525"/>
        </pc:sldMkLst>
        <pc:spChg chg="mod">
          <ac:chgData name="joey Bink" userId="4b4987a9054c8c26" providerId="LiveId" clId="{A48D91C7-8BDC-459E-BF94-44DF87A5F811}" dt="2026-10-25T16:06:21.196" v="484" actId="1076"/>
          <ac:spMkLst>
            <pc:docMk/>
            <pc:sldMk cId="3109698927" sldId="525"/>
            <ac:spMk id="2" creationId="{32DC51DC-C8E1-4674-3FB1-C57199889F06}"/>
          </ac:spMkLst>
        </pc:spChg>
        <pc:spChg chg="add mod">
          <ac:chgData name="joey Bink" userId="4b4987a9054c8c26" providerId="LiveId" clId="{A48D91C7-8BDC-459E-BF94-44DF87A5F811}" dt="2026-10-25T16:30:52.702" v="597" actId="1076"/>
          <ac:spMkLst>
            <pc:docMk/>
            <pc:sldMk cId="3109698927" sldId="525"/>
            <ac:spMk id="15" creationId="{88211A0A-070C-6698-6087-054B065A4114}"/>
          </ac:spMkLst>
        </pc:spChg>
        <pc:spChg chg="add mod">
          <ac:chgData name="joey Bink" userId="4b4987a9054c8c26" providerId="LiveId" clId="{A48D91C7-8BDC-459E-BF94-44DF87A5F811}" dt="2026-10-25T16:30:52.702" v="597" actId="1076"/>
          <ac:spMkLst>
            <pc:docMk/>
            <pc:sldMk cId="3109698927" sldId="525"/>
            <ac:spMk id="17" creationId="{26ACBE45-108E-05CC-3ADD-DF34AF0CE756}"/>
          </ac:spMkLst>
        </pc:spChg>
        <pc:spChg chg="add mod">
          <ac:chgData name="joey Bink" userId="4b4987a9054c8c26" providerId="LiveId" clId="{A48D91C7-8BDC-459E-BF94-44DF87A5F811}" dt="2026-10-25T16:30:52.702" v="597" actId="1076"/>
          <ac:spMkLst>
            <pc:docMk/>
            <pc:sldMk cId="3109698927" sldId="525"/>
            <ac:spMk id="19" creationId="{F6093DE7-2F97-8006-FB53-FA93E18295C2}"/>
          </ac:spMkLst>
        </pc:spChg>
        <pc:spChg chg="add mod">
          <ac:chgData name="joey Bink" userId="4b4987a9054c8c26" providerId="LiveId" clId="{A48D91C7-8BDC-459E-BF94-44DF87A5F811}" dt="2026-10-25T16:30:52.702" v="597" actId="1076"/>
          <ac:spMkLst>
            <pc:docMk/>
            <pc:sldMk cId="3109698927" sldId="525"/>
            <ac:spMk id="21" creationId="{0268B5D4-6178-C0E6-DCD2-FB21AD824AE4}"/>
          </ac:spMkLst>
        </pc:spChg>
        <pc:picChg chg="add mod">
          <ac:chgData name="joey Bink" userId="4b4987a9054c8c26" providerId="LiveId" clId="{A48D91C7-8BDC-459E-BF94-44DF87A5F811}" dt="2026-10-25T16:30:52.702" v="597" actId="1076"/>
          <ac:picMkLst>
            <pc:docMk/>
            <pc:sldMk cId="3109698927" sldId="525"/>
            <ac:picMk id="8" creationId="{3D428EBD-4E31-9395-E766-0DE6459FA61A}"/>
          </ac:picMkLst>
        </pc:picChg>
        <pc:picChg chg="add mod">
          <ac:chgData name="joey Bink" userId="4b4987a9054c8c26" providerId="LiveId" clId="{A48D91C7-8BDC-459E-BF94-44DF87A5F811}" dt="2026-10-25T16:30:52.702" v="597" actId="1076"/>
          <ac:picMkLst>
            <pc:docMk/>
            <pc:sldMk cId="3109698927" sldId="525"/>
            <ac:picMk id="10" creationId="{A8BAA4AC-EF4E-3019-3D48-794067070996}"/>
          </ac:picMkLst>
        </pc:picChg>
        <pc:picChg chg="add mod">
          <ac:chgData name="joey Bink" userId="4b4987a9054c8c26" providerId="LiveId" clId="{A48D91C7-8BDC-459E-BF94-44DF87A5F811}" dt="2026-10-25T16:30:52.702" v="597" actId="1076"/>
          <ac:picMkLst>
            <pc:docMk/>
            <pc:sldMk cId="3109698927" sldId="525"/>
            <ac:picMk id="12" creationId="{83336CA8-5442-2CD2-7A44-E24D2C4678EE}"/>
          </ac:picMkLst>
        </pc:picChg>
        <pc:picChg chg="add mod">
          <ac:chgData name="joey Bink" userId="4b4987a9054c8c26" providerId="LiveId" clId="{A48D91C7-8BDC-459E-BF94-44DF87A5F811}" dt="2026-10-25T16:30:52.702" v="597" actId="1076"/>
          <ac:picMkLst>
            <pc:docMk/>
            <pc:sldMk cId="3109698927" sldId="525"/>
            <ac:picMk id="14" creationId="{1EAD45B5-6C59-C928-15A2-01A6080B2791}"/>
          </ac:picMkLst>
        </pc:picChg>
      </pc:sldChg>
      <pc:sldChg chg="addSp delSp modSp add del mod ord">
        <pc:chgData name="joey Bink" userId="4b4987a9054c8c26" providerId="LiveId" clId="{A48D91C7-8BDC-459E-BF94-44DF87A5F811}" dt="2026-10-25T16:50:48.767" v="601" actId="47"/>
        <pc:sldMkLst>
          <pc:docMk/>
          <pc:sldMk cId="1492636578" sldId="526"/>
        </pc:sldMkLst>
      </pc:sldChg>
    </pc:docChg>
  </pc:docChgLst>
  <pc:docChgLst>
    <pc:chgData name="Ignacio Hector Caviglia" userId="3fee0988-6c20-4138-8d44-544a5098d377" providerId="ADAL" clId="{E38CA375-B9F8-479D-9119-80579E771090}"/>
    <pc:docChg chg="undo redo custSel addSld delSld modSld sldOrd modSection">
      <pc:chgData name="Ignacio Hector Caviglia" userId="3fee0988-6c20-4138-8d44-544a5098d377" providerId="ADAL" clId="{E38CA375-B9F8-479D-9119-80579E771090}" dt="2026-10-26T09:00:07.415" v="4542" actId="20577"/>
      <pc:docMkLst>
        <pc:docMk/>
      </pc:docMkLst>
      <pc:sldChg chg="modSp mod">
        <pc:chgData name="Ignacio Hector Caviglia" userId="3fee0988-6c20-4138-8d44-544a5098d377" providerId="ADAL" clId="{E38CA375-B9F8-479D-9119-80579E771090}" dt="2026-10-22T08:11:17.799" v="2275" actId="20577"/>
        <pc:sldMkLst>
          <pc:docMk/>
          <pc:sldMk cId="982542195" sldId="500"/>
        </pc:sldMkLst>
        <pc:spChg chg="mod">
          <ac:chgData name="Ignacio Hector Caviglia" userId="3fee0988-6c20-4138-8d44-544a5098d377" providerId="ADAL" clId="{E38CA375-B9F8-479D-9119-80579E771090}" dt="2026-10-22T08:11:17.799" v="2275" actId="20577"/>
          <ac:spMkLst>
            <pc:docMk/>
            <pc:sldMk cId="982542195" sldId="500"/>
            <ac:spMk id="12" creationId="{F07FF698-C02A-844F-9BE5-60293E03B8EE}"/>
          </ac:spMkLst>
        </pc:spChg>
      </pc:sldChg>
      <pc:sldChg chg="modSp mod">
        <pc:chgData name="Ignacio Hector Caviglia" userId="3fee0988-6c20-4138-8d44-544a5098d377" providerId="ADAL" clId="{E38CA375-B9F8-479D-9119-80579E771090}" dt="2026-10-22T08:11:24.284" v="2279" actId="20577"/>
        <pc:sldMkLst>
          <pc:docMk/>
          <pc:sldMk cId="1652244138" sldId="505"/>
        </pc:sldMkLst>
        <pc:spChg chg="mod">
          <ac:chgData name="Ignacio Hector Caviglia" userId="3fee0988-6c20-4138-8d44-544a5098d377" providerId="ADAL" clId="{E38CA375-B9F8-479D-9119-80579E771090}" dt="2026-10-22T08:11:24.284" v="2279" actId="20577"/>
          <ac:spMkLst>
            <pc:docMk/>
            <pc:sldMk cId="1652244138" sldId="505"/>
            <ac:spMk id="12" creationId="{94C1F8A3-0DA4-549E-A429-E68E6E56967D}"/>
          </ac:spMkLst>
        </pc:spChg>
      </pc:sldChg>
      <pc:sldChg chg="addSp modSp mod">
        <pc:chgData name="Ignacio Hector Caviglia" userId="3fee0988-6c20-4138-8d44-544a5098d377" providerId="ADAL" clId="{E38CA375-B9F8-479D-9119-80579E771090}" dt="2026-10-19T07:41:00.521" v="2272" actId="20577"/>
        <pc:sldMkLst>
          <pc:docMk/>
          <pc:sldMk cId="1347308029" sldId="506"/>
        </pc:sldMkLst>
        <pc:spChg chg="add mod">
          <ac:chgData name="Ignacio Hector Caviglia" userId="3fee0988-6c20-4138-8d44-544a5098d377" providerId="ADAL" clId="{E38CA375-B9F8-479D-9119-80579E771090}" dt="2026-10-19T07:41:00.521" v="2272" actId="20577"/>
          <ac:spMkLst>
            <pc:docMk/>
            <pc:sldMk cId="1347308029" sldId="506"/>
            <ac:spMk id="3" creationId="{E359039D-58FB-90CE-8ED3-A9440DBEA3EB}"/>
          </ac:spMkLst>
        </pc:spChg>
        <pc:spChg chg="mod ord">
          <ac:chgData name="Ignacio Hector Caviglia" userId="3fee0988-6c20-4138-8d44-544a5098d377" providerId="ADAL" clId="{E38CA375-B9F8-479D-9119-80579E771090}" dt="2026-10-18T17:32:21.376" v="1182"/>
          <ac:spMkLst>
            <pc:docMk/>
            <pc:sldMk cId="1347308029" sldId="506"/>
            <ac:spMk id="4" creationId="{AC039CF2-45DE-5432-1414-79802D7E850C}"/>
          </ac:spMkLst>
        </pc:spChg>
        <pc:spChg chg="mod ord">
          <ac:chgData name="Ignacio Hector Caviglia" userId="3fee0988-6c20-4138-8d44-544a5098d377" providerId="ADAL" clId="{E38CA375-B9F8-479D-9119-80579E771090}" dt="2026-10-18T17:32:21.376" v="1184"/>
          <ac:spMkLst>
            <pc:docMk/>
            <pc:sldMk cId="1347308029" sldId="506"/>
            <ac:spMk id="5" creationId="{6EFE0B0B-AAB4-C020-BDFB-8F6380B68AE9}"/>
          </ac:spMkLst>
        </pc:spChg>
        <pc:spChg chg="mod">
          <ac:chgData name="Ignacio Hector Caviglia" userId="3fee0988-6c20-4138-8d44-544a5098d377" providerId="ADAL" clId="{E38CA375-B9F8-479D-9119-80579E771090}" dt="2026-10-18T17:32:21.376" v="1180"/>
          <ac:spMkLst>
            <pc:docMk/>
            <pc:sldMk cId="1347308029" sldId="506"/>
            <ac:spMk id="16" creationId="{47488D8A-FD9D-A3E2-0B4D-4ED61146D259}"/>
          </ac:spMkLst>
        </pc:spChg>
        <pc:spChg chg="mod ord">
          <ac:chgData name="Ignacio Hector Caviglia" userId="3fee0988-6c20-4138-8d44-544a5098d377" providerId="ADAL" clId="{E38CA375-B9F8-479D-9119-80579E771090}" dt="2026-10-18T17:32:21.382" v="1187"/>
          <ac:spMkLst>
            <pc:docMk/>
            <pc:sldMk cId="1347308029" sldId="506"/>
            <ac:spMk id="23" creationId="{82C78FE6-A666-B414-4483-5F9564CA3C02}"/>
          </ac:spMkLst>
        </pc:spChg>
        <pc:graphicFrameChg chg="add mod ord modVis">
          <ac:chgData name="Ignacio Hector Caviglia" userId="3fee0988-6c20-4138-8d44-544a5098d377" providerId="ADAL" clId="{E38CA375-B9F8-479D-9119-80579E771090}" dt="2026-10-18T17:32:21.382" v="1189"/>
          <ac:graphicFrameMkLst>
            <pc:docMk/>
            <pc:sldMk cId="1347308029" sldId="506"/>
            <ac:graphicFrameMk id="2" creationId="{653747DB-500C-F72B-C6D9-04CDF4DED381}"/>
          </ac:graphicFrameMkLst>
        </pc:graphicFrameChg>
        <pc:picChg chg="mod">
          <ac:chgData name="Ignacio Hector Caviglia" userId="3fee0988-6c20-4138-8d44-544a5098d377" providerId="ADAL" clId="{E38CA375-B9F8-479D-9119-80579E771090}" dt="2026-10-18T17:39:34.196" v="1454" actId="1036"/>
          <ac:picMkLst>
            <pc:docMk/>
            <pc:sldMk cId="1347308029" sldId="506"/>
            <ac:picMk id="22" creationId="{41B0FF26-B205-9AAD-A80E-C8C015796896}"/>
          </ac:picMkLst>
        </pc:picChg>
      </pc:sldChg>
      <pc:sldChg chg="addSp modSp mod">
        <pc:chgData name="Ignacio Hector Caviglia" userId="3fee0988-6c20-4138-8d44-544a5098d377" providerId="ADAL" clId="{E38CA375-B9F8-479D-9119-80579E771090}" dt="2026-10-18T17:42:05.384" v="1496"/>
        <pc:sldMkLst>
          <pc:docMk/>
          <pc:sldMk cId="72060593" sldId="507"/>
        </pc:sldMkLst>
        <pc:spChg chg="mod">
          <ac:chgData name="Ignacio Hector Caviglia" userId="3fee0988-6c20-4138-8d44-544a5098d377" providerId="ADAL" clId="{E38CA375-B9F8-479D-9119-80579E771090}" dt="2026-10-18T17:42:05.384" v="1496"/>
          <ac:spMkLst>
            <pc:docMk/>
            <pc:sldMk cId="72060593" sldId="507"/>
            <ac:spMk id="2" creationId="{0406AECF-746F-7297-C12C-524ED3F3B138}"/>
          </ac:spMkLst>
        </pc:spChg>
        <pc:graphicFrameChg chg="add mod ord modVis">
          <ac:chgData name="Ignacio Hector Caviglia" userId="3fee0988-6c20-4138-8d44-544a5098d377" providerId="ADAL" clId="{E38CA375-B9F8-479D-9119-80579E771090}" dt="2026-10-18T16:14:30.587" v="254"/>
          <ac:graphicFrameMkLst>
            <pc:docMk/>
            <pc:sldMk cId="72060593" sldId="507"/>
            <ac:graphicFrameMk id="3" creationId="{1553FD90-D78D-4B37-E40D-F1DE3402582E}"/>
          </ac:graphicFrameMkLst>
        </pc:graphicFrameChg>
      </pc:sldChg>
      <pc:sldChg chg="addSp modSp mod ord">
        <pc:chgData name="Ignacio Hector Caviglia" userId="3fee0988-6c20-4138-8d44-544a5098d377" providerId="ADAL" clId="{E38CA375-B9F8-479D-9119-80579E771090}" dt="2026-10-18T17:42:42.664" v="1498" actId="1076"/>
        <pc:sldMkLst>
          <pc:docMk/>
          <pc:sldMk cId="2945351217" sldId="508"/>
        </pc:sldMkLst>
        <pc:spChg chg="mod">
          <ac:chgData name="Ignacio Hector Caviglia" userId="3fee0988-6c20-4138-8d44-544a5098d377" providerId="ADAL" clId="{E38CA375-B9F8-479D-9119-80579E771090}" dt="2026-10-18T17:41:55.787" v="1474"/>
          <ac:spMkLst>
            <pc:docMk/>
            <pc:sldMk cId="2945351217" sldId="508"/>
            <ac:spMk id="2" creationId="{B3C86370-FB49-9955-657E-44133835ED8C}"/>
          </ac:spMkLst>
        </pc:spChg>
        <pc:spChg chg="mod ord">
          <ac:chgData name="Ignacio Hector Caviglia" userId="3fee0988-6c20-4138-8d44-544a5098d377" providerId="ADAL" clId="{E38CA375-B9F8-479D-9119-80579E771090}" dt="2026-10-18T16:14:53.176" v="288"/>
          <ac:spMkLst>
            <pc:docMk/>
            <pc:sldMk cId="2945351217" sldId="508"/>
            <ac:spMk id="4" creationId="{D33133D0-575F-87D0-6120-C35AACAAA23A}"/>
          </ac:spMkLst>
        </pc:spChg>
        <pc:spChg chg="mod ord">
          <ac:chgData name="Ignacio Hector Caviglia" userId="3fee0988-6c20-4138-8d44-544a5098d377" providerId="ADAL" clId="{E38CA375-B9F8-479D-9119-80579E771090}" dt="2026-10-18T16:14:53.176" v="290"/>
          <ac:spMkLst>
            <pc:docMk/>
            <pc:sldMk cId="2945351217" sldId="508"/>
            <ac:spMk id="5" creationId="{19A55D8A-A323-FAE3-DE97-309753485243}"/>
          </ac:spMkLst>
        </pc:spChg>
        <pc:spChg chg="mod ord">
          <ac:chgData name="Ignacio Hector Caviglia" userId="3fee0988-6c20-4138-8d44-544a5098d377" providerId="ADAL" clId="{E38CA375-B9F8-479D-9119-80579E771090}" dt="2026-10-18T16:14:53.176" v="292"/>
          <ac:spMkLst>
            <pc:docMk/>
            <pc:sldMk cId="2945351217" sldId="508"/>
            <ac:spMk id="6" creationId="{603D0CAB-C913-5A94-5886-FB2E29391F88}"/>
          </ac:spMkLst>
        </pc:spChg>
        <pc:graphicFrameChg chg="add mod ord modVis">
          <ac:chgData name="Ignacio Hector Caviglia" userId="3fee0988-6c20-4138-8d44-544a5098d377" providerId="ADAL" clId="{E38CA375-B9F8-479D-9119-80579E771090}" dt="2026-10-18T16:14:53.190" v="296"/>
          <ac:graphicFrameMkLst>
            <pc:docMk/>
            <pc:sldMk cId="2945351217" sldId="508"/>
            <ac:graphicFrameMk id="3" creationId="{6602404A-5445-2E73-65E2-07904BD893CC}"/>
          </ac:graphicFrameMkLst>
        </pc:graphicFrameChg>
        <pc:picChg chg="mod">
          <ac:chgData name="Ignacio Hector Caviglia" userId="3fee0988-6c20-4138-8d44-544a5098d377" providerId="ADAL" clId="{E38CA375-B9F8-479D-9119-80579E771090}" dt="2026-10-18T17:42:42.664" v="1498" actId="1076"/>
          <ac:picMkLst>
            <pc:docMk/>
            <pc:sldMk cId="2945351217" sldId="508"/>
            <ac:picMk id="7" creationId="{8CDD283D-C942-594E-9CE2-628C0D0CA760}"/>
          </ac:picMkLst>
        </pc:picChg>
      </pc:sldChg>
      <pc:sldChg chg="addSp delSp modSp new mod">
        <pc:chgData name="Ignacio Hector Caviglia" userId="3fee0988-6c20-4138-8d44-544a5098d377" providerId="ADAL" clId="{E38CA375-B9F8-479D-9119-80579E771090}" dt="2026-10-18T17:18:18.400" v="979"/>
        <pc:sldMkLst>
          <pc:docMk/>
          <pc:sldMk cId="2297778596" sldId="510"/>
        </pc:sldMkLst>
        <pc:spChg chg="mod">
          <ac:chgData name="Ignacio Hector Caviglia" userId="3fee0988-6c20-4138-8d44-544a5098d377" providerId="ADAL" clId="{E38CA375-B9F8-479D-9119-80579E771090}" dt="2026-10-18T17:18:18.400" v="979"/>
          <ac:spMkLst>
            <pc:docMk/>
            <pc:sldMk cId="2297778596" sldId="510"/>
            <ac:spMk id="2" creationId="{3F612DB9-1130-E7CC-D701-F046DB80E46E}"/>
          </ac:spMkLst>
        </pc:spChg>
        <pc:graphicFrameChg chg="add mod ord modVis">
          <ac:chgData name="Ignacio Hector Caviglia" userId="3fee0988-6c20-4138-8d44-544a5098d377" providerId="ADAL" clId="{E38CA375-B9F8-479D-9119-80579E771090}" dt="2026-10-18T15:57:12.502" v="153"/>
          <ac:graphicFrameMkLst>
            <pc:docMk/>
            <pc:sldMk cId="2297778596" sldId="510"/>
            <ac:graphicFrameMk id="3" creationId="{7DF50539-128F-0CB4-5E53-944B2775D1BC}"/>
          </ac:graphicFrameMkLst>
        </pc:graphicFrameChg>
        <pc:picChg chg="add mod ord">
          <ac:chgData name="Ignacio Hector Caviglia" userId="3fee0988-6c20-4138-8d44-544a5098d377" providerId="ADAL" clId="{E38CA375-B9F8-479D-9119-80579E771090}" dt="2026-10-07T13:01:02.403" v="2"/>
          <ac:picMkLst>
            <pc:docMk/>
            <pc:sldMk cId="2297778596" sldId="510"/>
            <ac:picMk id="8" creationId="{073620BD-50F9-AD62-F4BF-01DE69CD413E}"/>
          </ac:picMkLst>
        </pc:picChg>
      </pc:sldChg>
      <pc:sldChg chg="addSp delSp modSp new mod">
        <pc:chgData name="Ignacio Hector Caviglia" userId="3fee0988-6c20-4138-8d44-544a5098d377" providerId="ADAL" clId="{E38CA375-B9F8-479D-9119-80579E771090}" dt="2026-10-18T16:12:20.528" v="231" actId="1076"/>
        <pc:sldMkLst>
          <pc:docMk/>
          <pc:sldMk cId="4060568216" sldId="511"/>
        </pc:sldMkLst>
        <pc:spChg chg="mod">
          <ac:chgData name="Ignacio Hector Caviglia" userId="3fee0988-6c20-4138-8d44-544a5098d377" providerId="ADAL" clId="{E38CA375-B9F8-479D-9119-80579E771090}" dt="2026-10-18T15:24:07.356" v="54"/>
          <ac:spMkLst>
            <pc:docMk/>
            <pc:sldMk cId="4060568216" sldId="511"/>
            <ac:spMk id="2" creationId="{150319D6-C188-9408-5641-BEDFBB989DEE}"/>
          </ac:spMkLst>
        </pc:spChg>
        <pc:spChg chg="mod">
          <ac:chgData name="Ignacio Hector Caviglia" userId="3fee0988-6c20-4138-8d44-544a5098d377" providerId="ADAL" clId="{E38CA375-B9F8-479D-9119-80579E771090}" dt="2026-10-18T16:11:26.817" v="224" actId="14100"/>
          <ac:spMkLst>
            <pc:docMk/>
            <pc:sldMk cId="4060568216" sldId="511"/>
            <ac:spMk id="3" creationId="{63D4CAD9-674C-AB63-DAE6-2DACC5C298CB}"/>
          </ac:spMkLst>
        </pc:spChg>
        <pc:graphicFrameChg chg="add mod ord modVis">
          <ac:chgData name="Ignacio Hector Caviglia" userId="3fee0988-6c20-4138-8d44-544a5098d377" providerId="ADAL" clId="{E38CA375-B9F8-479D-9119-80579E771090}" dt="2026-10-18T15:24:02.502" v="29"/>
          <ac:graphicFrameMkLst>
            <pc:docMk/>
            <pc:sldMk cId="4060568216" sldId="511"/>
            <ac:graphicFrameMk id="7" creationId="{06B9FCE2-F651-8C7C-624E-1753F7AAD674}"/>
          </ac:graphicFrameMkLst>
        </pc:graphicFrameChg>
        <pc:graphicFrameChg chg="add mod modGraphic">
          <ac:chgData name="Ignacio Hector Caviglia" userId="3fee0988-6c20-4138-8d44-544a5098d377" providerId="ADAL" clId="{E38CA375-B9F8-479D-9119-80579E771090}" dt="2026-10-18T15:44:34.476" v="105" actId="207"/>
          <ac:graphicFrameMkLst>
            <pc:docMk/>
            <pc:sldMk cId="4060568216" sldId="511"/>
            <ac:graphicFrameMk id="19" creationId="{547ABE4C-9CC1-73AE-53C8-A9545D630729}"/>
          </ac:graphicFrameMkLst>
        </pc:graphicFrameChg>
        <pc:picChg chg="add mod">
          <ac:chgData name="Ignacio Hector Caviglia" userId="3fee0988-6c20-4138-8d44-544a5098d377" providerId="ADAL" clId="{E38CA375-B9F8-479D-9119-80579E771090}" dt="2026-10-18T16:12:20.528" v="231" actId="1076"/>
          <ac:picMkLst>
            <pc:docMk/>
            <pc:sldMk cId="4060568216" sldId="511"/>
            <ac:picMk id="21" creationId="{BB915CE0-19D3-0C68-3859-08FD46199C7B}"/>
          </ac:picMkLst>
        </pc:picChg>
      </pc:sldChg>
      <pc:sldChg chg="addSp delSp modSp new mod modAnim">
        <pc:chgData name="Ignacio Hector Caviglia" userId="3fee0988-6c20-4138-8d44-544a5098d377" providerId="ADAL" clId="{E38CA375-B9F8-479D-9119-80579E771090}" dt="2026-10-19T07:21:28.334" v="1978" actId="14100"/>
        <pc:sldMkLst>
          <pc:docMk/>
          <pc:sldMk cId="2168795808" sldId="512"/>
        </pc:sldMkLst>
        <pc:spChg chg="mod">
          <ac:chgData name="Ignacio Hector Caviglia" userId="3fee0988-6c20-4138-8d44-544a5098d377" providerId="ADAL" clId="{E38CA375-B9F8-479D-9119-80579E771090}" dt="2026-10-18T15:59:08.969" v="207"/>
          <ac:spMkLst>
            <pc:docMk/>
            <pc:sldMk cId="2168795808" sldId="512"/>
            <ac:spMk id="2" creationId="{4E6AA1EE-EFFC-8F39-F3F9-7790DCA04003}"/>
          </ac:spMkLst>
        </pc:spChg>
        <pc:spChg chg="add mod">
          <ac:chgData name="Ignacio Hector Caviglia" userId="3fee0988-6c20-4138-8d44-544a5098d377" providerId="ADAL" clId="{E38CA375-B9F8-479D-9119-80579E771090}" dt="2026-10-19T07:21:19.192" v="1977" actId="1035"/>
          <ac:spMkLst>
            <pc:docMk/>
            <pc:sldMk cId="2168795808" sldId="512"/>
            <ac:spMk id="14" creationId="{C29F069A-9835-1645-70ED-E6A04A837AC1}"/>
          </ac:spMkLst>
        </pc:spChg>
        <pc:spChg chg="add mod">
          <ac:chgData name="Ignacio Hector Caviglia" userId="3fee0988-6c20-4138-8d44-544a5098d377" providerId="ADAL" clId="{E38CA375-B9F8-479D-9119-80579E771090}" dt="2026-10-19T07:21:19.192" v="1977" actId="1035"/>
          <ac:spMkLst>
            <pc:docMk/>
            <pc:sldMk cId="2168795808" sldId="512"/>
            <ac:spMk id="16" creationId="{F1134A61-2539-AE9E-5B4C-53EE23B9C28B}"/>
          </ac:spMkLst>
        </pc:spChg>
        <pc:spChg chg="add mod">
          <ac:chgData name="Ignacio Hector Caviglia" userId="3fee0988-6c20-4138-8d44-544a5098d377" providerId="ADAL" clId="{E38CA375-B9F8-479D-9119-80579E771090}" dt="2026-10-19T07:21:19.192" v="1977" actId="1035"/>
          <ac:spMkLst>
            <pc:docMk/>
            <pc:sldMk cId="2168795808" sldId="512"/>
            <ac:spMk id="18" creationId="{AF8E8E44-8D01-1438-5B68-29FDEFA8243F}"/>
          </ac:spMkLst>
        </pc:spChg>
        <pc:spChg chg="add mod">
          <ac:chgData name="Ignacio Hector Caviglia" userId="3fee0988-6c20-4138-8d44-544a5098d377" providerId="ADAL" clId="{E38CA375-B9F8-479D-9119-80579E771090}" dt="2026-10-19T07:21:28.334" v="1978" actId="14100"/>
          <ac:spMkLst>
            <pc:docMk/>
            <pc:sldMk cId="2168795808" sldId="512"/>
            <ac:spMk id="20" creationId="{BF093C9D-A71F-D78F-8072-771C702B1A72}"/>
          </ac:spMkLst>
        </pc:spChg>
        <pc:graphicFrameChg chg="add mod ord modVis">
          <ac:chgData name="Ignacio Hector Caviglia" userId="3fee0988-6c20-4138-8d44-544a5098d377" providerId="ADAL" clId="{E38CA375-B9F8-479D-9119-80579E771090}" dt="2026-10-18T15:59:07.389" v="198"/>
          <ac:graphicFrameMkLst>
            <pc:docMk/>
            <pc:sldMk cId="2168795808" sldId="512"/>
            <ac:graphicFrameMk id="19" creationId="{B37C0049-C0D8-AF08-A5E5-F1CBFAAE6F91}"/>
          </ac:graphicFrameMkLst>
        </pc:graphicFrameChg>
        <pc:picChg chg="add mod modCrop">
          <ac:chgData name="Ignacio Hector Caviglia" userId="3fee0988-6c20-4138-8d44-544a5098d377" providerId="ADAL" clId="{E38CA375-B9F8-479D-9119-80579E771090}" dt="2026-10-19T07:20:52.404" v="1965" actId="732"/>
          <ac:picMkLst>
            <pc:docMk/>
            <pc:sldMk cId="2168795808" sldId="512"/>
            <ac:picMk id="8" creationId="{82C8DF95-B1AE-A1AF-6DB0-AB2FCD114C52}"/>
          </ac:picMkLst>
        </pc:picChg>
        <pc:picChg chg="add mod modCrop">
          <ac:chgData name="Ignacio Hector Caviglia" userId="3fee0988-6c20-4138-8d44-544a5098d377" providerId="ADAL" clId="{E38CA375-B9F8-479D-9119-80579E771090}" dt="2026-10-19T07:20:44.103" v="1964" actId="732"/>
          <ac:picMkLst>
            <pc:docMk/>
            <pc:sldMk cId="2168795808" sldId="512"/>
            <ac:picMk id="10" creationId="{6B784730-F3F9-1EEA-8C2C-A86D4618BA2D}"/>
          </ac:picMkLst>
        </pc:picChg>
        <pc:picChg chg="add mod modCrop">
          <ac:chgData name="Ignacio Hector Caviglia" userId="3fee0988-6c20-4138-8d44-544a5098d377" providerId="ADAL" clId="{E38CA375-B9F8-479D-9119-80579E771090}" dt="2026-10-19T07:20:38.023" v="1963" actId="732"/>
          <ac:picMkLst>
            <pc:docMk/>
            <pc:sldMk cId="2168795808" sldId="512"/>
            <ac:picMk id="12" creationId="{A7C393EA-7D89-7072-BB67-2C8A5120349F}"/>
          </ac:picMkLst>
        </pc:picChg>
      </pc:sldChg>
      <pc:sldChg chg="addSp delSp modSp new mod">
        <pc:chgData name="Ignacio Hector Caviglia" userId="3fee0988-6c20-4138-8d44-544a5098d377" providerId="ADAL" clId="{E38CA375-B9F8-479D-9119-80579E771090}" dt="2026-10-19T07:41:12.047" v="2273" actId="20577"/>
        <pc:sldMkLst>
          <pc:docMk/>
          <pc:sldMk cId="3341583003" sldId="513"/>
        </pc:sldMkLst>
        <pc:spChg chg="mod">
          <ac:chgData name="Ignacio Hector Caviglia" userId="3fee0988-6c20-4138-8d44-544a5098d377" providerId="ADAL" clId="{E38CA375-B9F8-479D-9119-80579E771090}" dt="2026-10-18T17:12:48.024" v="825"/>
          <ac:spMkLst>
            <pc:docMk/>
            <pc:sldMk cId="3341583003" sldId="513"/>
            <ac:spMk id="2" creationId="{ECD16A42-3C94-D6AA-DA74-2EC1CC1EA2FC}"/>
          </ac:spMkLst>
        </pc:spChg>
        <pc:spChg chg="mod">
          <ac:chgData name="Ignacio Hector Caviglia" userId="3fee0988-6c20-4138-8d44-544a5098d377" providerId="ADAL" clId="{E38CA375-B9F8-479D-9119-80579E771090}" dt="2026-10-18T17:09:32.807" v="751" actId="20577"/>
          <ac:spMkLst>
            <pc:docMk/>
            <pc:sldMk cId="3341583003" sldId="513"/>
            <ac:spMk id="3" creationId="{F564FFBC-1746-623E-4225-D031BAA4823A}"/>
          </ac:spMkLst>
        </pc:spChg>
        <pc:spChg chg="add mod">
          <ac:chgData name="Ignacio Hector Caviglia" userId="3fee0988-6c20-4138-8d44-544a5098d377" providerId="ADAL" clId="{E38CA375-B9F8-479D-9119-80579E771090}" dt="2026-10-19T07:41:12.047" v="2273" actId="20577"/>
          <ac:spMkLst>
            <pc:docMk/>
            <pc:sldMk cId="3341583003" sldId="513"/>
            <ac:spMk id="14" creationId="{6401C504-F43D-136F-400D-030562089AB4}"/>
          </ac:spMkLst>
        </pc:spChg>
        <pc:graphicFrameChg chg="add mod ord modVis">
          <ac:chgData name="Ignacio Hector Caviglia" userId="3fee0988-6c20-4138-8d44-544a5098d377" providerId="ADAL" clId="{E38CA375-B9F8-479D-9119-80579E771090}" dt="2026-10-18T16:25:42.181" v="383"/>
          <ac:graphicFrameMkLst>
            <pc:docMk/>
            <pc:sldMk cId="3341583003" sldId="513"/>
            <ac:graphicFrameMk id="7" creationId="{FA0769AC-D3E3-CCCB-07FB-72EECD4CDA5A}"/>
          </ac:graphicFrameMkLst>
        </pc:graphicFrameChg>
        <pc:picChg chg="add mod">
          <ac:chgData name="Ignacio Hector Caviglia" userId="3fee0988-6c20-4138-8d44-544a5098d377" providerId="ADAL" clId="{E38CA375-B9F8-479D-9119-80579E771090}" dt="2026-10-18T17:12:15.836" v="808" actId="1440"/>
          <ac:picMkLst>
            <pc:docMk/>
            <pc:sldMk cId="3341583003" sldId="513"/>
            <ac:picMk id="11" creationId="{A11F28BF-46FA-2352-9B22-57C29814E4C8}"/>
          </ac:picMkLst>
        </pc:picChg>
      </pc:sldChg>
      <pc:sldChg chg="addSp modSp new mod">
        <pc:chgData name="Ignacio Hector Caviglia" userId="3fee0988-6c20-4138-8d44-544a5098d377" providerId="ADAL" clId="{E38CA375-B9F8-479D-9119-80579E771090}" dt="2026-10-19T07:38:25.309" v="2201" actId="20577"/>
        <pc:sldMkLst>
          <pc:docMk/>
          <pc:sldMk cId="149995564" sldId="514"/>
        </pc:sldMkLst>
        <pc:spChg chg="mod">
          <ac:chgData name="Ignacio Hector Caviglia" userId="3fee0988-6c20-4138-8d44-544a5098d377" providerId="ADAL" clId="{E38CA375-B9F8-479D-9119-80579E771090}" dt="2026-10-18T17:46:13.438" v="1509"/>
          <ac:spMkLst>
            <pc:docMk/>
            <pc:sldMk cId="149995564" sldId="514"/>
            <ac:spMk id="2" creationId="{1022E0B2-B60C-962B-EF18-8F156F63ADA4}"/>
          </ac:spMkLst>
        </pc:spChg>
        <pc:spChg chg="mod">
          <ac:chgData name="Ignacio Hector Caviglia" userId="3fee0988-6c20-4138-8d44-544a5098d377" providerId="ADAL" clId="{E38CA375-B9F8-479D-9119-80579E771090}" dt="2026-10-19T07:38:25.309" v="2201" actId="20577"/>
          <ac:spMkLst>
            <pc:docMk/>
            <pc:sldMk cId="149995564" sldId="514"/>
            <ac:spMk id="3" creationId="{67287634-C613-8860-582C-505D100D3665}"/>
          </ac:spMkLst>
        </pc:spChg>
        <pc:graphicFrameChg chg="add mod ord modVis">
          <ac:chgData name="Ignacio Hector Caviglia" userId="3fee0988-6c20-4138-8d44-544a5098d377" providerId="ADAL" clId="{E38CA375-B9F8-479D-9119-80579E771090}" dt="2026-10-18T16:15:57.002" v="341"/>
          <ac:graphicFrameMkLst>
            <pc:docMk/>
            <pc:sldMk cId="149995564" sldId="514"/>
            <ac:graphicFrameMk id="7" creationId="{75FE5DEB-5F9E-55A7-1DBF-3A1137B6B480}"/>
          </ac:graphicFrameMkLst>
        </pc:graphicFrameChg>
      </pc:sldChg>
      <pc:sldChg chg="addSp modSp new mod">
        <pc:chgData name="Ignacio Hector Caviglia" userId="3fee0988-6c20-4138-8d44-544a5098d377" providerId="ADAL" clId="{E38CA375-B9F8-479D-9119-80579E771090}" dt="2026-10-19T07:40:29.969" v="2234"/>
        <pc:sldMkLst>
          <pc:docMk/>
          <pc:sldMk cId="301616206" sldId="515"/>
        </pc:sldMkLst>
        <pc:spChg chg="mod">
          <ac:chgData name="Ignacio Hector Caviglia" userId="3fee0988-6c20-4138-8d44-544a5098d377" providerId="ADAL" clId="{E38CA375-B9F8-479D-9119-80579E771090}" dt="2026-10-19T07:38:54.494" v="2215"/>
          <ac:spMkLst>
            <pc:docMk/>
            <pc:sldMk cId="301616206" sldId="515"/>
            <ac:spMk id="2" creationId="{013F1D38-0D11-5406-CF6B-C350C80B0826}"/>
          </ac:spMkLst>
        </pc:spChg>
        <pc:spChg chg="mod">
          <ac:chgData name="Ignacio Hector Caviglia" userId="3fee0988-6c20-4138-8d44-544a5098d377" providerId="ADAL" clId="{E38CA375-B9F8-479D-9119-80579E771090}" dt="2026-10-19T07:40:29.969" v="2234"/>
          <ac:spMkLst>
            <pc:docMk/>
            <pc:sldMk cId="301616206" sldId="515"/>
            <ac:spMk id="3" creationId="{1A5CB18A-180F-1942-A33E-7E3FBDB27DF7}"/>
          </ac:spMkLst>
        </pc:spChg>
        <pc:graphicFrameChg chg="add mod ord modVis">
          <ac:chgData name="Ignacio Hector Caviglia" userId="3fee0988-6c20-4138-8d44-544a5098d377" providerId="ADAL" clId="{E38CA375-B9F8-479D-9119-80579E771090}" dt="2026-10-19T07:38:54.549" v="2229"/>
          <ac:graphicFrameMkLst>
            <pc:docMk/>
            <pc:sldMk cId="301616206" sldId="515"/>
            <ac:graphicFrameMk id="7" creationId="{F58F33AF-BEEA-F98B-7DFF-444F19EB0EE6}"/>
          </ac:graphicFrameMkLst>
        </pc:graphicFrameChg>
      </pc:sldChg>
      <pc:sldChg chg="addSp delSp modSp new mod">
        <pc:chgData name="Ignacio Hector Caviglia" userId="3fee0988-6c20-4138-8d44-544a5098d377" providerId="ADAL" clId="{E38CA375-B9F8-479D-9119-80579E771090}" dt="2026-10-22T11:38:13.059" v="4282"/>
        <pc:sldMkLst>
          <pc:docMk/>
          <pc:sldMk cId="2886696230" sldId="516"/>
        </pc:sldMkLst>
        <pc:spChg chg="mod">
          <ac:chgData name="Ignacio Hector Caviglia" userId="3fee0988-6c20-4138-8d44-544a5098d377" providerId="ADAL" clId="{E38CA375-B9F8-479D-9119-80579E771090}" dt="2026-10-22T11:38:13.059" v="4282"/>
          <ac:spMkLst>
            <pc:docMk/>
            <pc:sldMk cId="2886696230" sldId="516"/>
            <ac:spMk id="2" creationId="{3D80C6AB-63C7-ECDF-0D6B-DB3BED768016}"/>
          </ac:spMkLst>
        </pc:spChg>
        <pc:graphicFrameChg chg="add mod ord modVis">
          <ac:chgData name="Ignacio Hector Caviglia" userId="3fee0988-6c20-4138-8d44-544a5098d377" providerId="ADAL" clId="{E38CA375-B9F8-479D-9119-80579E771090}" dt="2026-10-22T08:12:26.899" v="2304"/>
          <ac:graphicFrameMkLst>
            <pc:docMk/>
            <pc:sldMk cId="2886696230" sldId="516"/>
            <ac:graphicFrameMk id="9" creationId="{DA3F50FE-23B5-52CD-52D3-2B24B777AE93}"/>
          </ac:graphicFrameMkLst>
        </pc:graphicFrameChg>
      </pc:sldChg>
      <pc:sldChg chg="addSp delSp modSp new mod modAnim">
        <pc:chgData name="Ignacio Hector Caviglia" userId="3fee0988-6c20-4138-8d44-544a5098d377" providerId="ADAL" clId="{E38CA375-B9F8-479D-9119-80579E771090}" dt="2026-10-22T11:37:55.416" v="4272"/>
        <pc:sldMkLst>
          <pc:docMk/>
          <pc:sldMk cId="4203270287" sldId="518"/>
        </pc:sldMkLst>
        <pc:spChg chg="mod">
          <ac:chgData name="Ignacio Hector Caviglia" userId="3fee0988-6c20-4138-8d44-544a5098d377" providerId="ADAL" clId="{E38CA375-B9F8-479D-9119-80579E771090}" dt="2026-10-22T11:37:55.416" v="4272"/>
          <ac:spMkLst>
            <pc:docMk/>
            <pc:sldMk cId="4203270287" sldId="518"/>
            <ac:spMk id="2" creationId="{B8F52BE4-0C71-109E-03A7-5B3B4B460F7A}"/>
          </ac:spMkLst>
        </pc:spChg>
        <pc:spChg chg="add mod">
          <ac:chgData name="Ignacio Hector Caviglia" userId="3fee0988-6c20-4138-8d44-544a5098d377" providerId="ADAL" clId="{E38CA375-B9F8-479D-9119-80579E771090}" dt="2026-10-22T11:27:24.967" v="4206" actId="20577"/>
          <ac:spMkLst>
            <pc:docMk/>
            <pc:sldMk cId="4203270287" sldId="518"/>
            <ac:spMk id="15" creationId="{628D61E5-BA27-D5D2-F35A-F61C11EACEB2}"/>
          </ac:spMkLst>
        </pc:spChg>
        <pc:graphicFrameChg chg="add mod ord modVis">
          <ac:chgData name="Ignacio Hector Caviglia" userId="3fee0988-6c20-4138-8d44-544a5098d377" providerId="ADAL" clId="{E38CA375-B9F8-479D-9119-80579E771090}" dt="2026-10-22T08:17:47.004" v="2480"/>
          <ac:graphicFrameMkLst>
            <pc:docMk/>
            <pc:sldMk cId="4203270287" sldId="518"/>
            <ac:graphicFrameMk id="9" creationId="{21195584-566F-BA84-11CE-EAA2774F5172}"/>
          </ac:graphicFrameMkLst>
        </pc:graphicFrameChg>
        <pc:picChg chg="add mod ord">
          <ac:chgData name="Ignacio Hector Caviglia" userId="3fee0988-6c20-4138-8d44-544a5098d377" providerId="ADAL" clId="{E38CA375-B9F8-479D-9119-80579E771090}" dt="2026-10-22T09:00:31.253" v="3305" actId="14100"/>
          <ac:picMkLst>
            <pc:docMk/>
            <pc:sldMk cId="4203270287" sldId="518"/>
            <ac:picMk id="8" creationId="{56615E56-E680-D1CC-13ED-178CFEA38156}"/>
          </ac:picMkLst>
        </pc:picChg>
        <pc:cxnChg chg="add mod">
          <ac:chgData name="Ignacio Hector Caviglia" userId="3fee0988-6c20-4138-8d44-544a5098d377" providerId="ADAL" clId="{E38CA375-B9F8-479D-9119-80579E771090}" dt="2026-10-22T09:03:38.108" v="3401" actId="1036"/>
          <ac:cxnSpMkLst>
            <pc:docMk/>
            <pc:sldMk cId="4203270287" sldId="518"/>
            <ac:cxnSpMk id="12" creationId="{0D6D1C1C-029E-8C1A-5DC4-BD8FE3B1E865}"/>
          </ac:cxnSpMkLst>
        </pc:cxnChg>
      </pc:sldChg>
      <pc:sldChg chg="addSp delSp modSp add mod">
        <pc:chgData name="Ignacio Hector Caviglia" userId="3fee0988-6c20-4138-8d44-544a5098d377" providerId="ADAL" clId="{E38CA375-B9F8-479D-9119-80579E771090}" dt="2026-10-22T11:40:32.941" v="4438" actId="20577"/>
        <pc:sldMkLst>
          <pc:docMk/>
          <pc:sldMk cId="3023818134" sldId="519"/>
        </pc:sldMkLst>
        <pc:spChg chg="mod">
          <ac:chgData name="Ignacio Hector Caviglia" userId="3fee0988-6c20-4138-8d44-544a5098d377" providerId="ADAL" clId="{E38CA375-B9F8-479D-9119-80579E771090}" dt="2026-10-22T11:40:32.941" v="4438" actId="20577"/>
          <ac:spMkLst>
            <pc:docMk/>
            <pc:sldMk cId="3023818134" sldId="519"/>
            <ac:spMk id="2" creationId="{C978F5BD-7D77-3A8D-9F49-4CCE1EF5D86D}"/>
          </ac:spMkLst>
        </pc:spChg>
        <pc:spChg chg="mod ord">
          <ac:chgData name="Ignacio Hector Caviglia" userId="3fee0988-6c20-4138-8d44-544a5098d377" providerId="ADAL" clId="{E38CA375-B9F8-479D-9119-80579E771090}" dt="2026-10-22T08:29:22.545" v="2781"/>
          <ac:spMkLst>
            <pc:docMk/>
            <pc:sldMk cId="3023818134" sldId="519"/>
            <ac:spMk id="4" creationId="{52CFE4A2-A382-5334-3835-D1805D5D3A92}"/>
          </ac:spMkLst>
        </pc:spChg>
        <pc:spChg chg="mod ord">
          <ac:chgData name="Ignacio Hector Caviglia" userId="3fee0988-6c20-4138-8d44-544a5098d377" providerId="ADAL" clId="{E38CA375-B9F8-479D-9119-80579E771090}" dt="2026-10-22T08:29:22.545" v="2783"/>
          <ac:spMkLst>
            <pc:docMk/>
            <pc:sldMk cId="3023818134" sldId="519"/>
            <ac:spMk id="5" creationId="{4D640443-38BE-AFEC-CB0C-1EA2892A3E7E}"/>
          </ac:spMkLst>
        </pc:spChg>
        <pc:spChg chg="mod ord">
          <ac:chgData name="Ignacio Hector Caviglia" userId="3fee0988-6c20-4138-8d44-544a5098d377" providerId="ADAL" clId="{E38CA375-B9F8-479D-9119-80579E771090}" dt="2026-10-22T08:29:22.545" v="2785"/>
          <ac:spMkLst>
            <pc:docMk/>
            <pc:sldMk cId="3023818134" sldId="519"/>
            <ac:spMk id="7" creationId="{2B13C6CE-1906-B9F5-4476-787F29DED326}"/>
          </ac:spMkLst>
        </pc:spChg>
        <pc:spChg chg="add mod ord">
          <ac:chgData name="Ignacio Hector Caviglia" userId="3fee0988-6c20-4138-8d44-544a5098d377" providerId="ADAL" clId="{E38CA375-B9F8-479D-9119-80579E771090}" dt="2026-10-22T08:32:12.537" v="2847" actId="1037"/>
          <ac:spMkLst>
            <pc:docMk/>
            <pc:sldMk cId="3023818134" sldId="519"/>
            <ac:spMk id="9" creationId="{CC2CC16F-682A-CF45-6CAF-17F544AF4535}"/>
          </ac:spMkLst>
        </pc:spChg>
        <pc:spChg chg="mod ord">
          <ac:chgData name="Ignacio Hector Caviglia" userId="3fee0988-6c20-4138-8d44-544a5098d377" providerId="ADAL" clId="{E38CA375-B9F8-479D-9119-80579E771090}" dt="2026-10-22T08:32:12.537" v="2847" actId="1037"/>
          <ac:spMkLst>
            <pc:docMk/>
            <pc:sldMk cId="3023818134" sldId="519"/>
            <ac:spMk id="11" creationId="{E56C39EE-5DBC-6E52-7411-C9F4FFB66F41}"/>
          </ac:spMkLst>
        </pc:spChg>
        <pc:spChg chg="add mod ord">
          <ac:chgData name="Ignacio Hector Caviglia" userId="3fee0988-6c20-4138-8d44-544a5098d377" providerId="ADAL" clId="{E38CA375-B9F8-479D-9119-80579E771090}" dt="2026-10-22T08:32:12.537" v="2847" actId="1037"/>
          <ac:spMkLst>
            <pc:docMk/>
            <pc:sldMk cId="3023818134" sldId="519"/>
            <ac:spMk id="13" creationId="{C9F125D1-4AFA-2C54-A17C-A02D06213A44}"/>
          </ac:spMkLst>
        </pc:spChg>
        <pc:spChg chg="add mod ord">
          <ac:chgData name="Ignacio Hector Caviglia" userId="3fee0988-6c20-4138-8d44-544a5098d377" providerId="ADAL" clId="{E38CA375-B9F8-479D-9119-80579E771090}" dt="2026-10-22T08:51:15.761" v="3084" actId="1076"/>
          <ac:spMkLst>
            <pc:docMk/>
            <pc:sldMk cId="3023818134" sldId="519"/>
            <ac:spMk id="14" creationId="{2398C7A3-E9CC-89D1-30E3-11F45C3183D1}"/>
          </ac:spMkLst>
        </pc:spChg>
        <pc:spChg chg="add mod ord">
          <ac:chgData name="Ignacio Hector Caviglia" userId="3fee0988-6c20-4138-8d44-544a5098d377" providerId="ADAL" clId="{E38CA375-B9F8-479D-9119-80579E771090}" dt="2026-10-22T08:51:27.424" v="3086" actId="1076"/>
          <ac:spMkLst>
            <pc:docMk/>
            <pc:sldMk cId="3023818134" sldId="519"/>
            <ac:spMk id="15" creationId="{12190A65-1E60-0C4F-C5A9-BF0D535AA9D8}"/>
          </ac:spMkLst>
        </pc:spChg>
        <pc:spChg chg="add mod ord">
          <ac:chgData name="Ignacio Hector Caviglia" userId="3fee0988-6c20-4138-8d44-544a5098d377" providerId="ADAL" clId="{E38CA375-B9F8-479D-9119-80579E771090}" dt="2026-10-22T08:51:46.645" v="3090" actId="16959"/>
          <ac:spMkLst>
            <pc:docMk/>
            <pc:sldMk cId="3023818134" sldId="519"/>
            <ac:spMk id="16" creationId="{D72DF62F-768A-8C94-D160-518305133DC0}"/>
          </ac:spMkLst>
        </pc:spChg>
        <pc:graphicFrameChg chg="mod">
          <ac:chgData name="Ignacio Hector Caviglia" userId="3fee0988-6c20-4138-8d44-544a5098d377" providerId="ADAL" clId="{E38CA375-B9F8-479D-9119-80579E771090}" dt="2026-10-22T08:29:22.547" v="2802"/>
          <ac:graphicFrameMkLst>
            <pc:docMk/>
            <pc:sldMk cId="3023818134" sldId="519"/>
            <ac:graphicFrameMk id="12" creationId="{1DAD2B0D-FFBA-3DBC-1040-3EC1D497BDB0}"/>
          </ac:graphicFrameMkLst>
        </pc:graphicFrameChg>
        <pc:picChg chg="add mod">
          <ac:chgData name="Ignacio Hector Caviglia" userId="3fee0988-6c20-4138-8d44-544a5098d377" providerId="ADAL" clId="{E38CA375-B9F8-479D-9119-80579E771090}" dt="2026-10-22T08:32:12.537" v="2847" actId="1037"/>
          <ac:picMkLst>
            <pc:docMk/>
            <pc:sldMk cId="3023818134" sldId="519"/>
            <ac:picMk id="3" creationId="{D7639592-E8A7-F72E-67C6-E88AA4BB77E2}"/>
          </ac:picMkLst>
        </pc:picChg>
        <pc:picChg chg="mod">
          <ac:chgData name="Ignacio Hector Caviglia" userId="3fee0988-6c20-4138-8d44-544a5098d377" providerId="ADAL" clId="{E38CA375-B9F8-479D-9119-80579E771090}" dt="2026-10-22T08:32:12.537" v="2847" actId="1037"/>
          <ac:picMkLst>
            <pc:docMk/>
            <pc:sldMk cId="3023818134" sldId="519"/>
            <ac:picMk id="8" creationId="{C61218CC-2858-4AA6-C655-EC2014993B8D}"/>
          </ac:picMkLst>
        </pc:picChg>
        <pc:picChg chg="mod ord">
          <ac:chgData name="Ignacio Hector Caviglia" userId="3fee0988-6c20-4138-8d44-544a5098d377" providerId="ADAL" clId="{E38CA375-B9F8-479D-9119-80579E771090}" dt="2026-10-22T08:32:12.537" v="2847" actId="1037"/>
          <ac:picMkLst>
            <pc:docMk/>
            <pc:sldMk cId="3023818134" sldId="519"/>
            <ac:picMk id="10" creationId="{95E116B3-1E29-2545-371F-9FFDF6313C10}"/>
          </ac:picMkLst>
        </pc:picChg>
      </pc:sldChg>
      <pc:sldChg chg="addSp delSp modSp new mod ord">
        <pc:chgData name="Ignacio Hector Caviglia" userId="3fee0988-6c20-4138-8d44-544a5098d377" providerId="ADAL" clId="{E38CA375-B9F8-479D-9119-80579E771090}" dt="2026-10-22T11:40:28.462" v="4437" actId="20577"/>
        <pc:sldMkLst>
          <pc:docMk/>
          <pc:sldMk cId="3023981031" sldId="520"/>
        </pc:sldMkLst>
        <pc:spChg chg="mod">
          <ac:chgData name="Ignacio Hector Caviglia" userId="3fee0988-6c20-4138-8d44-544a5098d377" providerId="ADAL" clId="{E38CA375-B9F8-479D-9119-80579E771090}" dt="2026-10-22T11:40:28.462" v="4437" actId="20577"/>
          <ac:spMkLst>
            <pc:docMk/>
            <pc:sldMk cId="3023981031" sldId="520"/>
            <ac:spMk id="2" creationId="{AC9673DE-B991-FC72-6F64-4B4806F45D24}"/>
          </ac:spMkLst>
        </pc:spChg>
        <pc:spChg chg="add mod">
          <ac:chgData name="Ignacio Hector Caviglia" userId="3fee0988-6c20-4138-8d44-544a5098d377" providerId="ADAL" clId="{E38CA375-B9F8-479D-9119-80579E771090}" dt="2026-10-22T08:49:03.930" v="2988" actId="1076"/>
          <ac:spMkLst>
            <pc:docMk/>
            <pc:sldMk cId="3023981031" sldId="520"/>
            <ac:spMk id="10" creationId="{9BE4C481-E215-D5AB-306B-C6C9166DB944}"/>
          </ac:spMkLst>
        </pc:spChg>
        <pc:spChg chg="add mod">
          <ac:chgData name="Ignacio Hector Caviglia" userId="3fee0988-6c20-4138-8d44-544a5098d377" providerId="ADAL" clId="{E38CA375-B9F8-479D-9119-80579E771090}" dt="2026-10-22T08:49:10.867" v="2995" actId="20577"/>
          <ac:spMkLst>
            <pc:docMk/>
            <pc:sldMk cId="3023981031" sldId="520"/>
            <ac:spMk id="12" creationId="{4CB7D10E-EC15-CAD5-C286-E096FEF2AFAB}"/>
          </ac:spMkLst>
        </pc:spChg>
        <pc:graphicFrameChg chg="add mod ord modVis">
          <ac:chgData name="Ignacio Hector Caviglia" userId="3fee0988-6c20-4138-8d44-544a5098d377" providerId="ADAL" clId="{E38CA375-B9F8-479D-9119-80579E771090}" dt="2026-10-22T10:38:17.978" v="3463"/>
          <ac:graphicFrameMkLst>
            <pc:docMk/>
            <pc:sldMk cId="3023981031" sldId="520"/>
            <ac:graphicFrameMk id="3" creationId="{9BB92645-56CC-2CA6-A857-7556122C7440}"/>
          </ac:graphicFrameMkLst>
        </pc:graphicFrameChg>
        <pc:picChg chg="add mod">
          <ac:chgData name="Ignacio Hector Caviglia" userId="3fee0988-6c20-4138-8d44-544a5098d377" providerId="ADAL" clId="{E38CA375-B9F8-479D-9119-80579E771090}" dt="2026-10-22T08:44:28.176" v="2931"/>
          <ac:picMkLst>
            <pc:docMk/>
            <pc:sldMk cId="3023981031" sldId="520"/>
            <ac:picMk id="7" creationId="{94109AC7-A10F-520B-ED8B-FC01DB31D483}"/>
          </ac:picMkLst>
        </pc:picChg>
        <pc:cxnChg chg="add mod">
          <ac:chgData name="Ignacio Hector Caviglia" userId="3fee0988-6c20-4138-8d44-544a5098d377" providerId="ADAL" clId="{E38CA375-B9F8-479D-9119-80579E771090}" dt="2026-10-22T08:48:06.368" v="2980" actId="14100"/>
          <ac:cxnSpMkLst>
            <pc:docMk/>
            <pc:sldMk cId="3023981031" sldId="520"/>
            <ac:cxnSpMk id="9" creationId="{0B230661-0DB4-0920-6F42-8C149A57FBF2}"/>
          </ac:cxnSpMkLst>
        </pc:cxnChg>
        <pc:cxnChg chg="add mod">
          <ac:chgData name="Ignacio Hector Caviglia" userId="3fee0988-6c20-4138-8d44-544a5098d377" providerId="ADAL" clId="{E38CA375-B9F8-479D-9119-80579E771090}" dt="2026-10-22T08:49:25.323" v="2996" actId="14100"/>
          <ac:cxnSpMkLst>
            <pc:docMk/>
            <pc:sldMk cId="3023981031" sldId="520"/>
            <ac:cxnSpMk id="11" creationId="{CCEAC154-6EAF-2093-FFE5-71480BC27F84}"/>
          </ac:cxnSpMkLst>
        </pc:cxnChg>
        <pc:cxnChg chg="add mod">
          <ac:chgData name="Ignacio Hector Caviglia" userId="3fee0988-6c20-4138-8d44-544a5098d377" providerId="ADAL" clId="{E38CA375-B9F8-479D-9119-80579E771090}" dt="2026-10-22T08:49:37.082" v="2997" actId="14100"/>
          <ac:cxnSpMkLst>
            <pc:docMk/>
            <pc:sldMk cId="3023981031" sldId="520"/>
            <ac:cxnSpMk id="16" creationId="{0D8BC45D-0985-DF02-9331-736DA1751BC4}"/>
          </ac:cxnSpMkLst>
        </pc:cxnChg>
      </pc:sldChg>
      <pc:sldChg chg="addSp delSp modSp new mod ord">
        <pc:chgData name="Ignacio Hector Caviglia" userId="3fee0988-6c20-4138-8d44-544a5098d377" providerId="ADAL" clId="{E38CA375-B9F8-479D-9119-80579E771090}" dt="2026-10-22T11:20:39.694" v="4180" actId="113"/>
        <pc:sldMkLst>
          <pc:docMk/>
          <pc:sldMk cId="2179167034" sldId="522"/>
        </pc:sldMkLst>
        <pc:spChg chg="mod">
          <ac:chgData name="Ignacio Hector Caviglia" userId="3fee0988-6c20-4138-8d44-544a5098d377" providerId="ADAL" clId="{E38CA375-B9F8-479D-9119-80579E771090}" dt="2026-10-22T10:39:16.655" v="3553"/>
          <ac:spMkLst>
            <pc:docMk/>
            <pc:sldMk cId="2179167034" sldId="522"/>
            <ac:spMk id="2" creationId="{F95701C3-8402-9C9A-A7E6-4FE09AD39534}"/>
          </ac:spMkLst>
        </pc:spChg>
        <pc:spChg chg="mod">
          <ac:chgData name="Ignacio Hector Caviglia" userId="3fee0988-6c20-4138-8d44-544a5098d377" providerId="ADAL" clId="{E38CA375-B9F8-479D-9119-80579E771090}" dt="2026-10-22T11:20:39.694" v="4180" actId="113"/>
          <ac:spMkLst>
            <pc:docMk/>
            <pc:sldMk cId="2179167034" sldId="522"/>
            <ac:spMk id="3" creationId="{4F2A2241-E328-241A-44DE-C1BD72B3FFDC}"/>
          </ac:spMkLst>
        </pc:spChg>
        <pc:spChg chg="add mod">
          <ac:chgData name="Ignacio Hector Caviglia" userId="3fee0988-6c20-4138-8d44-544a5098d377" providerId="ADAL" clId="{E38CA375-B9F8-479D-9119-80579E771090}" dt="2026-10-22T11:19:45.353" v="4155" actId="1076"/>
          <ac:spMkLst>
            <pc:docMk/>
            <pc:sldMk cId="2179167034" sldId="522"/>
            <ac:spMk id="14" creationId="{614DCCD9-86A7-20B2-EED5-11598592A85D}"/>
          </ac:spMkLst>
        </pc:spChg>
        <pc:graphicFrameChg chg="add mod ord modVis">
          <ac:chgData name="Ignacio Hector Caviglia" userId="3fee0988-6c20-4138-8d44-544a5098d377" providerId="ADAL" clId="{E38CA375-B9F8-479D-9119-80579E771090}" dt="2026-10-22T10:38:42.063" v="3510"/>
          <ac:graphicFrameMkLst>
            <pc:docMk/>
            <pc:sldMk cId="2179167034" sldId="522"/>
            <ac:graphicFrameMk id="7" creationId="{74C3EEB1-AE57-70B8-6445-9933C8DC0AF2}"/>
          </ac:graphicFrameMkLst>
        </pc:graphicFrameChg>
      </pc:sldChg>
      <pc:sldChg chg="addSp modSp new mod">
        <pc:chgData name="Ignacio Hector Caviglia" userId="3fee0988-6c20-4138-8d44-544a5098d377" providerId="ADAL" clId="{E38CA375-B9F8-479D-9119-80579E771090}" dt="2026-10-26T08:59:49.745" v="4499" actId="14100"/>
        <pc:sldMkLst>
          <pc:docMk/>
          <pc:sldMk cId="327460808" sldId="523"/>
        </pc:sldMkLst>
        <pc:spChg chg="mod">
          <ac:chgData name="Ignacio Hector Caviglia" userId="3fee0988-6c20-4138-8d44-544a5098d377" providerId="ADAL" clId="{E38CA375-B9F8-479D-9119-80579E771090}" dt="2026-10-22T11:38:45.021" v="4303"/>
          <ac:spMkLst>
            <pc:docMk/>
            <pc:sldMk cId="327460808" sldId="523"/>
            <ac:spMk id="2" creationId="{D7173394-A03E-A3BF-B8B3-B48208692B94}"/>
          </ac:spMkLst>
        </pc:spChg>
        <pc:spChg chg="mod">
          <ac:chgData name="Ignacio Hector Caviglia" userId="3fee0988-6c20-4138-8d44-544a5098d377" providerId="ADAL" clId="{E38CA375-B9F8-479D-9119-80579E771090}" dt="2026-10-26T08:59:37.800" v="4477" actId="20577"/>
          <ac:spMkLst>
            <pc:docMk/>
            <pc:sldMk cId="327460808" sldId="523"/>
            <ac:spMk id="12" creationId="{B4E629D4-B379-C414-C40E-4BEF82556ACF}"/>
          </ac:spMkLst>
        </pc:spChg>
        <pc:spChg chg="mod">
          <ac:chgData name="Ignacio Hector Caviglia" userId="3fee0988-6c20-4138-8d44-544a5098d377" providerId="ADAL" clId="{E38CA375-B9F8-479D-9119-80579E771090}" dt="2026-10-26T08:59:49.745" v="4499" actId="14100"/>
          <ac:spMkLst>
            <pc:docMk/>
            <pc:sldMk cId="327460808" sldId="523"/>
            <ac:spMk id="16" creationId="{45904EA8-44BD-997E-631C-5B2B03EA1FAF}"/>
          </ac:spMkLst>
        </pc:spChg>
        <pc:graphicFrameChg chg="add mod ord modVis">
          <ac:chgData name="Ignacio Hector Caviglia" userId="3fee0988-6c20-4138-8d44-544a5098d377" providerId="ADAL" clId="{E38CA375-B9F8-479D-9119-80579E771090}" dt="2026-10-22T11:38:45.142" v="4317"/>
          <ac:graphicFrameMkLst>
            <pc:docMk/>
            <pc:sldMk cId="327460808" sldId="523"/>
            <ac:graphicFrameMk id="7" creationId="{DC0C3746-5CF6-DBAC-2E54-E2685E1F15F8}"/>
          </ac:graphicFrameMkLst>
        </pc:graphicFrameChg>
      </pc:sldChg>
      <pc:sldChg chg="modSp mod">
        <pc:chgData name="Ignacio Hector Caviglia" userId="3fee0988-6c20-4138-8d44-544a5098d377" providerId="ADAL" clId="{E38CA375-B9F8-479D-9119-80579E771090}" dt="2026-10-26T09:00:07.415" v="4542" actId="20577"/>
        <pc:sldMkLst>
          <pc:docMk/>
          <pc:sldMk cId="3109698927" sldId="525"/>
        </pc:sldMkLst>
        <pc:spChg chg="mod">
          <ac:chgData name="Ignacio Hector Caviglia" userId="3fee0988-6c20-4138-8d44-544a5098d377" providerId="ADAL" clId="{E38CA375-B9F8-479D-9119-80579E771090}" dt="2026-10-26T08:59:59.314" v="4521" actId="20577"/>
          <ac:spMkLst>
            <pc:docMk/>
            <pc:sldMk cId="3109698927" sldId="525"/>
            <ac:spMk id="15" creationId="{88211A0A-070C-6698-6087-054B065A4114}"/>
          </ac:spMkLst>
        </pc:spChg>
        <pc:spChg chg="mod">
          <ac:chgData name="Ignacio Hector Caviglia" userId="3fee0988-6c20-4138-8d44-544a5098d377" providerId="ADAL" clId="{E38CA375-B9F8-479D-9119-80579E771090}" dt="2026-10-26T09:00:07.415" v="4542" actId="20577"/>
          <ac:spMkLst>
            <pc:docMk/>
            <pc:sldMk cId="3109698927" sldId="525"/>
            <ac:spMk id="17" creationId="{26ACBE45-108E-05CC-3ADD-DF34AF0CE756}"/>
          </ac:spMkLst>
        </pc:spChg>
      </pc:sldChg>
      <pc:sldChg chg="addSp modSp mod">
        <pc:chgData name="Ignacio Hector Caviglia" userId="3fee0988-6c20-4138-8d44-544a5098d377" providerId="ADAL" clId="{E38CA375-B9F8-479D-9119-80579E771090}" dt="2026-10-26T08:34:00.945" v="4449" actId="1076"/>
        <pc:sldMkLst>
          <pc:docMk/>
          <pc:sldMk cId="3653680677" sldId="527"/>
        </pc:sldMkLst>
        <pc:spChg chg="add mod">
          <ac:chgData name="Ignacio Hector Caviglia" userId="3fee0988-6c20-4138-8d44-544a5098d377" providerId="ADAL" clId="{E38CA375-B9F8-479D-9119-80579E771090}" dt="2026-10-26T08:34:00.945" v="4449" actId="1076"/>
          <ac:spMkLst>
            <pc:docMk/>
            <pc:sldMk cId="3653680677" sldId="527"/>
            <ac:spMk id="13" creationId="{B22B1D8F-5C90-6CC2-133A-C9EA9A89D0EE}"/>
          </ac:spMkLst>
        </pc:spChg>
      </pc:sldChg>
      <pc:sldChg chg="addSp modSp mod">
        <pc:chgData name="Ignacio Hector Caviglia" userId="3fee0988-6c20-4138-8d44-544a5098d377" providerId="ADAL" clId="{E38CA375-B9F8-479D-9119-80579E771090}" dt="2026-10-26T08:34:27.959" v="4451" actId="571"/>
        <pc:sldMkLst>
          <pc:docMk/>
          <pc:sldMk cId="730914506" sldId="528"/>
        </pc:sldMkLst>
        <pc:spChg chg="add">
          <ac:chgData name="Ignacio Hector Caviglia" userId="3fee0988-6c20-4138-8d44-544a5098d377" providerId="ADAL" clId="{E38CA375-B9F8-479D-9119-80579E771090}" dt="2026-10-26T08:34:22.160" v="4450" actId="22"/>
          <ac:spMkLst>
            <pc:docMk/>
            <pc:sldMk cId="730914506" sldId="528"/>
            <ac:spMk id="14" creationId="{D5E00183-F1F7-6FAF-13AA-8479A7BDCED7}"/>
          </ac:spMkLst>
        </pc:spChg>
        <pc:spChg chg="add mod">
          <ac:chgData name="Ignacio Hector Caviglia" userId="3fee0988-6c20-4138-8d44-544a5098d377" providerId="ADAL" clId="{E38CA375-B9F8-479D-9119-80579E771090}" dt="2026-10-26T08:34:27.959" v="4451" actId="571"/>
          <ac:spMkLst>
            <pc:docMk/>
            <pc:sldMk cId="730914506" sldId="528"/>
            <ac:spMk id="16" creationId="{38BD1047-550F-F8AF-4344-774951894F17}"/>
          </ac:spMkLst>
        </pc:spChg>
      </pc:sldChg>
      <pc:sldChg chg="addSp modSp add mod modAnim">
        <pc:chgData name="Ignacio Hector Caviglia" userId="3fee0988-6c20-4138-8d44-544a5098d377" providerId="ADAL" clId="{E38CA375-B9F8-479D-9119-80579E771090}" dt="2026-10-26T08:30:59.535" v="4444"/>
        <pc:sldMkLst>
          <pc:docMk/>
          <pc:sldMk cId="474061270" sldId="529"/>
        </pc:sldMkLst>
        <pc:spChg chg="add mod">
          <ac:chgData name="Ignacio Hector Caviglia" userId="3fee0988-6c20-4138-8d44-544a5098d377" providerId="ADAL" clId="{E38CA375-B9F8-479D-9119-80579E771090}" dt="2026-10-26T08:30:53.473" v="4443" actId="1582"/>
          <ac:spMkLst>
            <pc:docMk/>
            <pc:sldMk cId="474061270" sldId="529"/>
            <ac:spMk id="8" creationId="{ECE767CD-D2BE-97D1-9053-68571E594F27}"/>
          </ac:spMkLst>
        </pc:spChg>
      </pc:sldChg>
      <pc:sldMasterChg chg="delSldLayout">
        <pc:chgData name="Ignacio Hector Caviglia" userId="3fee0988-6c20-4138-8d44-544a5098d377" providerId="ADAL" clId="{E38CA375-B9F8-479D-9119-80579E771090}" dt="2026-10-18T15:56:51.357" v="106" actId="47"/>
        <pc:sldMasterMkLst>
          <pc:docMk/>
          <pc:sldMasterMk cId="2454702602" sldId="2147483662"/>
        </pc:sldMasterMkLst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0"/>
              </a:spcBef>
              <a:defRPr sz="1200"/>
            </a:lvl1pPr>
          </a:lstStyle>
          <a:p>
            <a:endParaRPr lang="da-DK" dirty="0">
              <a:latin typeface="Arial" panose="020B0604020202020204" pitchFamily="34" charset="0"/>
            </a:endParaRPr>
          </a:p>
        </p:txBody>
      </p:sp>
      <p:sp>
        <p:nvSpPr>
          <p:cNvPr id="63491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0"/>
              </a:spcBef>
              <a:defRPr sz="1200"/>
            </a:lvl1pPr>
          </a:lstStyle>
          <a:p>
            <a:endParaRPr lang="da-DK" dirty="0">
              <a:latin typeface="Arial" panose="020B0604020202020204" pitchFamily="34" charset="0"/>
            </a:endParaRPr>
          </a:p>
        </p:txBody>
      </p:sp>
      <p:sp>
        <p:nvSpPr>
          <p:cNvPr id="63492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0"/>
              </a:spcBef>
              <a:defRPr sz="1200"/>
            </a:lvl1pPr>
          </a:lstStyle>
          <a:p>
            <a:endParaRPr lang="da-DK" dirty="0">
              <a:latin typeface="Arial" panose="020B0604020202020204" pitchFamily="34" charset="0"/>
            </a:endParaRPr>
          </a:p>
        </p:txBody>
      </p:sp>
      <p:sp>
        <p:nvSpPr>
          <p:cNvPr id="63493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0"/>
              </a:spcBef>
              <a:defRPr sz="1200"/>
            </a:lvl1pPr>
          </a:lstStyle>
          <a:p>
            <a:fld id="{491ECFBD-4A0D-4BCF-98A8-E205F44719BF}" type="slidenum">
              <a:rPr lang="da-DK" smtClean="0">
                <a:latin typeface="Arial" panose="020B0604020202020204" pitchFamily="34" charset="0"/>
              </a:rPr>
              <a:pPr/>
              <a:t>‹#›</a:t>
            </a:fld>
            <a:endParaRPr lang="da-DK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280994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0"/>
              </a:spcBef>
              <a:defRPr sz="1200">
                <a:latin typeface="Arial" panose="020B0604020202020204" pitchFamily="34" charset="0"/>
              </a:defRPr>
            </a:lvl1pPr>
          </a:lstStyle>
          <a:p>
            <a:endParaRPr lang="da-DK" dirty="0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0"/>
              </a:spcBef>
              <a:defRPr sz="1200">
                <a:latin typeface="Arial" panose="020B0604020202020204" pitchFamily="34" charset="0"/>
              </a:defRPr>
            </a:lvl1pPr>
          </a:lstStyle>
          <a:p>
            <a:endParaRPr lang="da-DK" dirty="0"/>
          </a:p>
        </p:txBody>
      </p:sp>
      <p:sp>
        <p:nvSpPr>
          <p:cNvPr id="307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2588" y="685800"/>
            <a:ext cx="6092825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307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a-DK" dirty="0" err="1"/>
              <a:t>Click</a:t>
            </a:r>
            <a:r>
              <a:rPr lang="da-DK" dirty="0"/>
              <a:t> to </a:t>
            </a:r>
            <a:r>
              <a:rPr lang="da-DK" dirty="0" err="1"/>
              <a:t>edit</a:t>
            </a:r>
            <a:r>
              <a:rPr lang="da-DK" dirty="0"/>
              <a:t> Master </a:t>
            </a:r>
            <a:r>
              <a:rPr lang="da-DK" dirty="0" err="1"/>
              <a:t>text</a:t>
            </a:r>
            <a:r>
              <a:rPr lang="da-DK" dirty="0"/>
              <a:t> </a:t>
            </a:r>
            <a:r>
              <a:rPr lang="da-DK" dirty="0" err="1"/>
              <a:t>styles</a:t>
            </a:r>
            <a:endParaRPr lang="da-DK" dirty="0"/>
          </a:p>
          <a:p>
            <a:pPr lvl="1"/>
            <a:r>
              <a:rPr lang="da-DK" dirty="0"/>
              <a:t>Second </a:t>
            </a:r>
            <a:r>
              <a:rPr lang="da-DK" dirty="0" err="1"/>
              <a:t>level</a:t>
            </a:r>
            <a:endParaRPr lang="da-DK" dirty="0"/>
          </a:p>
          <a:p>
            <a:pPr lvl="2"/>
            <a:r>
              <a:rPr lang="da-DK" dirty="0"/>
              <a:t>Third </a:t>
            </a:r>
            <a:r>
              <a:rPr lang="da-DK" dirty="0" err="1"/>
              <a:t>level</a:t>
            </a:r>
            <a:endParaRPr lang="da-DK" dirty="0"/>
          </a:p>
          <a:p>
            <a:pPr lvl="3"/>
            <a:r>
              <a:rPr lang="da-DK" dirty="0" err="1"/>
              <a:t>Fourth</a:t>
            </a:r>
            <a:r>
              <a:rPr lang="da-DK" dirty="0"/>
              <a:t> </a:t>
            </a:r>
            <a:r>
              <a:rPr lang="da-DK" dirty="0" err="1"/>
              <a:t>level</a:t>
            </a:r>
            <a:endParaRPr lang="da-DK" dirty="0"/>
          </a:p>
          <a:p>
            <a:pPr lvl="4"/>
            <a:r>
              <a:rPr lang="da-DK" dirty="0"/>
              <a:t>Fifth </a:t>
            </a:r>
            <a:r>
              <a:rPr lang="da-DK" dirty="0" err="1"/>
              <a:t>level</a:t>
            </a:r>
            <a:endParaRPr lang="da-DK" dirty="0"/>
          </a:p>
        </p:txBody>
      </p:sp>
      <p:sp>
        <p:nvSpPr>
          <p:cNvPr id="307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0"/>
              </a:spcBef>
              <a:defRPr sz="1200">
                <a:latin typeface="Arial" panose="020B0604020202020204" pitchFamily="34" charset="0"/>
              </a:defRPr>
            </a:lvl1pPr>
          </a:lstStyle>
          <a:p>
            <a:endParaRPr lang="da-DK" dirty="0"/>
          </a:p>
        </p:txBody>
      </p:sp>
      <p:sp>
        <p:nvSpPr>
          <p:cNvPr id="307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0"/>
              </a:spcBef>
              <a:defRPr sz="1200">
                <a:latin typeface="Arial" panose="020B0604020202020204" pitchFamily="34" charset="0"/>
              </a:defRPr>
            </a:lvl1pPr>
          </a:lstStyle>
          <a:p>
            <a:fld id="{C734BB09-483B-4C4B-A5A4-C02A22055B01}" type="slidenum">
              <a:rPr lang="da-DK" smtClean="0"/>
              <a:pPr/>
              <a:t>‹#›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277836070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ＭＳ Ｐゴシック" pitchFamily="-80" charset="-128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ＭＳ Ｐゴシック" pitchFamily="-80" charset="-128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ＭＳ Ｐゴシック" pitchFamily="-80" charset="-128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ＭＳ Ｐゴシック" pitchFamily="-80" charset="-128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ＭＳ Ｐゴシック" pitchFamily="-80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34BB09-483B-4C4B-A5A4-C02A22055B01}" type="slidenum">
              <a:rPr lang="da-DK" smtClean="0"/>
              <a:pPr/>
              <a:t>1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5195879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73960C-3087-4D97-8CC6-70998846DD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C8AD3E-0533-06BB-3203-46002FA3E4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9FB04C-D568-BA78-40CE-D3E8A41C0C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7A98D4-A1D9-500A-A6DB-69B465B98D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34BB09-483B-4C4B-A5A4-C02A22055B01}" type="slidenum">
              <a:rPr lang="da-DK" smtClean="0"/>
              <a:pPr/>
              <a:t>11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7359349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5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A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rgbClr val="2F3EE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ＭＳ Ｐゴシック" pitchFamily="-80" charset="-128"/>
            </a:endParaRPr>
          </a:p>
        </p:txBody>
      </p:sp>
      <p:sp>
        <p:nvSpPr>
          <p:cNvPr id="11469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249859" y="3545117"/>
            <a:ext cx="10840028" cy="2706458"/>
          </a:xfrm>
        </p:spPr>
        <p:txBody>
          <a:bodyPr anchor="t" anchorCtr="0"/>
          <a:lstStyle>
            <a:lvl1pPr>
              <a:lnSpc>
                <a:spcPct val="93000"/>
              </a:lnSpc>
              <a:defRPr sz="8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title style</a:t>
            </a:r>
            <a:endParaRPr lang="en-GB"/>
          </a:p>
        </p:txBody>
      </p:sp>
      <p:sp>
        <p:nvSpPr>
          <p:cNvPr id="11469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247072" y="1704975"/>
            <a:ext cx="10840028" cy="1660654"/>
          </a:xfrm>
        </p:spPr>
        <p:txBody>
          <a:bodyPr anchor="b" anchorCtr="0"/>
          <a:lstStyle>
            <a:lvl1pPr marL="0" indent="0">
              <a:lnSpc>
                <a:spcPct val="110000"/>
              </a:lnSpc>
              <a:spcBef>
                <a:spcPts val="0"/>
              </a:spcBef>
              <a:buFontTx/>
              <a:buNone/>
              <a:defRPr sz="3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subtitle style</a:t>
            </a:r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2117C6C-7BC3-4888-BC29-FAB17565D11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 sz="800" dirty="0"/>
              <a:t>A deconstructed comparison of DWM and LES wake aerodynamics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7E4668-D07F-4B96-9755-175402734855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4AA7BA0-0B57-144D-AF9F-8BC95D0CF64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336" r="25905"/>
          <a:stretch/>
        </p:blipFill>
        <p:spPr>
          <a:xfrm>
            <a:off x="11267516" y="252716"/>
            <a:ext cx="660959" cy="611284"/>
          </a:xfrm>
          <a:prstGeom prst="rect">
            <a:avLst/>
          </a:prstGeom>
        </p:spPr>
      </p:pic>
      <p:sp>
        <p:nvSpPr>
          <p:cNvPr id="10" name="Logo white">
            <a:extLst>
              <a:ext uri="{FF2B5EF4-FFF2-40B4-BE49-F238E27FC236}">
                <a16:creationId xmlns:a16="http://schemas.microsoft.com/office/drawing/2014/main" id="{FC411777-B07F-B446-A2D9-F12CE6C3BB88}"/>
              </a:ext>
            </a:extLst>
          </p:cNvPr>
          <p:cNvSpPr>
            <a:spLocks noChangeAspect="1"/>
          </p:cNvSpPr>
          <p:nvPr userDrawn="1">
            <p:custDataLst>
              <p:tags r:id="rId1"/>
            </p:custDataLst>
          </p:nvPr>
        </p:nvSpPr>
        <p:spPr bwMode="auto">
          <a:xfrm>
            <a:off x="252000" y="252000"/>
            <a:ext cx="419611" cy="612000"/>
          </a:xfrm>
          <a:custGeom>
            <a:avLst/>
            <a:gdLst>
              <a:gd name="connsiteX0" fmla="*/ 1050029 w 4933949"/>
              <a:gd name="connsiteY0" fmla="*/ 6094413 h 7196138"/>
              <a:gd name="connsiteX1" fmla="*/ 3883920 w 4933949"/>
              <a:gd name="connsiteY1" fmla="*/ 6094413 h 7196138"/>
              <a:gd name="connsiteX2" fmla="*/ 4933949 w 4933949"/>
              <a:gd name="connsiteY2" fmla="*/ 6645934 h 7196138"/>
              <a:gd name="connsiteX3" fmla="*/ 3883920 w 4933949"/>
              <a:gd name="connsiteY3" fmla="*/ 7196138 h 7196138"/>
              <a:gd name="connsiteX4" fmla="*/ 1050029 w 4933949"/>
              <a:gd name="connsiteY4" fmla="*/ 7196138 h 7196138"/>
              <a:gd name="connsiteX5" fmla="*/ 0 w 4933949"/>
              <a:gd name="connsiteY5" fmla="*/ 6645934 h 7196138"/>
              <a:gd name="connsiteX6" fmla="*/ 1050029 w 4933949"/>
              <a:gd name="connsiteY6" fmla="*/ 6094413 h 7196138"/>
              <a:gd name="connsiteX7" fmla="*/ 1050029 w 4933949"/>
              <a:gd name="connsiteY7" fmla="*/ 4730750 h 7196138"/>
              <a:gd name="connsiteX8" fmla="*/ 3883920 w 4933949"/>
              <a:gd name="connsiteY8" fmla="*/ 4730750 h 7196138"/>
              <a:gd name="connsiteX9" fmla="*/ 4933949 w 4933949"/>
              <a:gd name="connsiteY9" fmla="*/ 5283066 h 7196138"/>
              <a:gd name="connsiteX10" fmla="*/ 3883920 w 4933949"/>
              <a:gd name="connsiteY10" fmla="*/ 5834063 h 7196138"/>
              <a:gd name="connsiteX11" fmla="*/ 1050029 w 4933949"/>
              <a:gd name="connsiteY11" fmla="*/ 5834063 h 7196138"/>
              <a:gd name="connsiteX12" fmla="*/ 0 w 4933949"/>
              <a:gd name="connsiteY12" fmla="*/ 5283066 h 7196138"/>
              <a:gd name="connsiteX13" fmla="*/ 1050029 w 4933949"/>
              <a:gd name="connsiteY13" fmla="*/ 4730750 h 7196138"/>
              <a:gd name="connsiteX14" fmla="*/ 1050029 w 4933949"/>
              <a:gd name="connsiteY14" fmla="*/ 3368675 h 7196138"/>
              <a:gd name="connsiteX15" fmla="*/ 3883920 w 4933949"/>
              <a:gd name="connsiteY15" fmla="*/ 3368675 h 7196138"/>
              <a:gd name="connsiteX16" fmla="*/ 4933949 w 4933949"/>
              <a:gd name="connsiteY16" fmla="*/ 3920991 h 7196138"/>
              <a:gd name="connsiteX17" fmla="*/ 3883920 w 4933949"/>
              <a:gd name="connsiteY17" fmla="*/ 4471988 h 7196138"/>
              <a:gd name="connsiteX18" fmla="*/ 1050029 w 4933949"/>
              <a:gd name="connsiteY18" fmla="*/ 4471988 h 7196138"/>
              <a:gd name="connsiteX19" fmla="*/ 0 w 4933949"/>
              <a:gd name="connsiteY19" fmla="*/ 3920991 h 7196138"/>
              <a:gd name="connsiteX20" fmla="*/ 1050029 w 4933949"/>
              <a:gd name="connsiteY20" fmla="*/ 3368675 h 7196138"/>
              <a:gd name="connsiteX21" fmla="*/ 678543 w 4933949"/>
              <a:gd name="connsiteY21" fmla="*/ 305710 h 7196138"/>
              <a:gd name="connsiteX22" fmla="*/ 678543 w 4933949"/>
              <a:gd name="connsiteY22" fmla="*/ 2307316 h 7196138"/>
              <a:gd name="connsiteX23" fmla="*/ 909109 w 4933949"/>
              <a:gd name="connsiteY23" fmla="*/ 2307316 h 7196138"/>
              <a:gd name="connsiteX24" fmla="*/ 1119911 w 4933949"/>
              <a:gd name="connsiteY24" fmla="*/ 2234842 h 7196138"/>
              <a:gd name="connsiteX25" fmla="*/ 1198962 w 4933949"/>
              <a:gd name="connsiteY25" fmla="*/ 1615517 h 7196138"/>
              <a:gd name="connsiteX26" fmla="*/ 1198962 w 4933949"/>
              <a:gd name="connsiteY26" fmla="*/ 996191 h 7196138"/>
              <a:gd name="connsiteX27" fmla="*/ 1119911 w 4933949"/>
              <a:gd name="connsiteY27" fmla="*/ 378184 h 7196138"/>
              <a:gd name="connsiteX28" fmla="*/ 909109 w 4933949"/>
              <a:gd name="connsiteY28" fmla="*/ 305710 h 7196138"/>
              <a:gd name="connsiteX29" fmla="*/ 678543 w 4933949"/>
              <a:gd name="connsiteY29" fmla="*/ 305710 h 7196138"/>
              <a:gd name="connsiteX30" fmla="*/ 1842869 w 4933949"/>
              <a:gd name="connsiteY30" fmla="*/ 0 h 7196138"/>
              <a:gd name="connsiteX31" fmla="*/ 3073618 w 4933949"/>
              <a:gd name="connsiteY31" fmla="*/ 0 h 7196138"/>
              <a:gd name="connsiteX32" fmla="*/ 3114467 w 4933949"/>
              <a:gd name="connsiteY32" fmla="*/ 14495 h 7196138"/>
              <a:gd name="connsiteX33" fmla="*/ 3128962 w 4933949"/>
              <a:gd name="connsiteY33" fmla="*/ 54027 h 7196138"/>
              <a:gd name="connsiteX34" fmla="*/ 3128962 w 4933949"/>
              <a:gd name="connsiteY34" fmla="*/ 275402 h 7196138"/>
              <a:gd name="connsiteX35" fmla="*/ 3114467 w 4933949"/>
              <a:gd name="connsiteY35" fmla="*/ 314934 h 7196138"/>
              <a:gd name="connsiteX36" fmla="*/ 3073618 w 4933949"/>
              <a:gd name="connsiteY36" fmla="*/ 329429 h 7196138"/>
              <a:gd name="connsiteX37" fmla="*/ 2679620 w 4933949"/>
              <a:gd name="connsiteY37" fmla="*/ 329429 h 7196138"/>
              <a:gd name="connsiteX38" fmla="*/ 2679620 w 4933949"/>
              <a:gd name="connsiteY38" fmla="*/ 2558999 h 7196138"/>
              <a:gd name="connsiteX39" fmla="*/ 2665125 w 4933949"/>
              <a:gd name="connsiteY39" fmla="*/ 2598530 h 7196138"/>
              <a:gd name="connsiteX40" fmla="*/ 2625594 w 4933949"/>
              <a:gd name="connsiteY40" fmla="*/ 2613025 h 7196138"/>
              <a:gd name="connsiteX41" fmla="*/ 2290893 w 4933949"/>
              <a:gd name="connsiteY41" fmla="*/ 2613025 h 7196138"/>
              <a:gd name="connsiteX42" fmla="*/ 2250044 w 4933949"/>
              <a:gd name="connsiteY42" fmla="*/ 2598530 h 7196138"/>
              <a:gd name="connsiteX43" fmla="*/ 2235549 w 4933949"/>
              <a:gd name="connsiteY43" fmla="*/ 2558999 h 7196138"/>
              <a:gd name="connsiteX44" fmla="*/ 2235549 w 4933949"/>
              <a:gd name="connsiteY44" fmla="*/ 329429 h 7196138"/>
              <a:gd name="connsiteX45" fmla="*/ 1842869 w 4933949"/>
              <a:gd name="connsiteY45" fmla="*/ 329429 h 7196138"/>
              <a:gd name="connsiteX46" fmla="*/ 1802020 w 4933949"/>
              <a:gd name="connsiteY46" fmla="*/ 314934 h 7196138"/>
              <a:gd name="connsiteX47" fmla="*/ 1787525 w 4933949"/>
              <a:gd name="connsiteY47" fmla="*/ 275402 h 7196138"/>
              <a:gd name="connsiteX48" fmla="*/ 1787525 w 4933949"/>
              <a:gd name="connsiteY48" fmla="*/ 54027 h 7196138"/>
              <a:gd name="connsiteX49" fmla="*/ 1802020 w 4933949"/>
              <a:gd name="connsiteY49" fmla="*/ 14495 h 7196138"/>
              <a:gd name="connsiteX50" fmla="*/ 1842869 w 4933949"/>
              <a:gd name="connsiteY50" fmla="*/ 0 h 7196138"/>
              <a:gd name="connsiteX51" fmla="*/ 317544 w 4933949"/>
              <a:gd name="connsiteY51" fmla="*/ 0 h 7196138"/>
              <a:gd name="connsiteX52" fmla="*/ 972349 w 4933949"/>
              <a:gd name="connsiteY52" fmla="*/ 0 h 7196138"/>
              <a:gd name="connsiteX53" fmla="*/ 1476958 w 4933949"/>
              <a:gd name="connsiteY53" fmla="*/ 179209 h 7196138"/>
              <a:gd name="connsiteX54" fmla="*/ 1619250 w 4933949"/>
              <a:gd name="connsiteY54" fmla="*/ 1025181 h 7196138"/>
              <a:gd name="connsiteX55" fmla="*/ 1619250 w 4933949"/>
              <a:gd name="connsiteY55" fmla="*/ 1587845 h 7196138"/>
              <a:gd name="connsiteX56" fmla="*/ 1476958 w 4933949"/>
              <a:gd name="connsiteY56" fmla="*/ 2433816 h 7196138"/>
              <a:gd name="connsiteX57" fmla="*/ 972349 w 4933949"/>
              <a:gd name="connsiteY57" fmla="*/ 2613025 h 7196138"/>
              <a:gd name="connsiteX58" fmla="*/ 317544 w 4933949"/>
              <a:gd name="connsiteY58" fmla="*/ 2613025 h 7196138"/>
              <a:gd name="connsiteX59" fmla="*/ 278018 w 4933949"/>
              <a:gd name="connsiteY59" fmla="*/ 2598530 h 7196138"/>
              <a:gd name="connsiteX60" fmla="*/ 263525 w 4933949"/>
              <a:gd name="connsiteY60" fmla="*/ 2558999 h 7196138"/>
              <a:gd name="connsiteX61" fmla="*/ 263525 w 4933949"/>
              <a:gd name="connsiteY61" fmla="*/ 54027 h 7196138"/>
              <a:gd name="connsiteX62" fmla="*/ 278018 w 4933949"/>
              <a:gd name="connsiteY62" fmla="*/ 14495 h 7196138"/>
              <a:gd name="connsiteX63" fmla="*/ 317544 w 4933949"/>
              <a:gd name="connsiteY63" fmla="*/ 0 h 7196138"/>
              <a:gd name="connsiteX64" fmla="*/ 3359213 w 4933949"/>
              <a:gd name="connsiteY64" fmla="*/ 0 h 7196138"/>
              <a:gd name="connsiteX65" fmla="*/ 3664991 w 4933949"/>
              <a:gd name="connsiteY65" fmla="*/ 0 h 7196138"/>
              <a:gd name="connsiteX66" fmla="*/ 3705850 w 4933949"/>
              <a:gd name="connsiteY66" fmla="*/ 14497 h 7196138"/>
              <a:gd name="connsiteX67" fmla="*/ 3720348 w 4933949"/>
              <a:gd name="connsiteY67" fmla="*/ 54035 h 7196138"/>
              <a:gd name="connsiteX68" fmla="*/ 3720348 w 4933949"/>
              <a:gd name="connsiteY68" fmla="*/ 1903062 h 7196138"/>
              <a:gd name="connsiteX69" fmla="*/ 3798111 w 4933949"/>
              <a:gd name="connsiteY69" fmla="*/ 2279984 h 7196138"/>
              <a:gd name="connsiteX70" fmla="*/ 3976042 w 4933949"/>
              <a:gd name="connsiteY70" fmla="*/ 2349833 h 7196138"/>
              <a:gd name="connsiteX71" fmla="*/ 4163200 w 4933949"/>
              <a:gd name="connsiteY71" fmla="*/ 2279984 h 7196138"/>
              <a:gd name="connsiteX72" fmla="*/ 4240963 w 4933949"/>
              <a:gd name="connsiteY72" fmla="*/ 1903062 h 7196138"/>
              <a:gd name="connsiteX73" fmla="*/ 4240963 w 4933949"/>
              <a:gd name="connsiteY73" fmla="*/ 54035 h 7196138"/>
              <a:gd name="connsiteX74" fmla="*/ 4255461 w 4933949"/>
              <a:gd name="connsiteY74" fmla="*/ 14497 h 7196138"/>
              <a:gd name="connsiteX75" fmla="*/ 4295001 w 4933949"/>
              <a:gd name="connsiteY75" fmla="*/ 0 h 7196138"/>
              <a:gd name="connsiteX76" fmla="*/ 4602098 w 4933949"/>
              <a:gd name="connsiteY76" fmla="*/ 0 h 7196138"/>
              <a:gd name="connsiteX77" fmla="*/ 4641638 w 4933949"/>
              <a:gd name="connsiteY77" fmla="*/ 14497 h 7196138"/>
              <a:gd name="connsiteX78" fmla="*/ 4656136 w 4933949"/>
              <a:gd name="connsiteY78" fmla="*/ 54035 h 7196138"/>
              <a:gd name="connsiteX79" fmla="*/ 4656136 w 4933949"/>
              <a:gd name="connsiteY79" fmla="*/ 1904380 h 7196138"/>
              <a:gd name="connsiteX80" fmla="*/ 4507201 w 4933949"/>
              <a:gd name="connsiteY80" fmla="*/ 2459220 h 7196138"/>
              <a:gd name="connsiteX81" fmla="*/ 3981314 w 4933949"/>
              <a:gd name="connsiteY81" fmla="*/ 2646363 h 7196138"/>
              <a:gd name="connsiteX82" fmla="*/ 3447519 w 4933949"/>
              <a:gd name="connsiteY82" fmla="*/ 2459220 h 7196138"/>
              <a:gd name="connsiteX83" fmla="*/ 3305174 w 4933949"/>
              <a:gd name="connsiteY83" fmla="*/ 1904380 h 7196138"/>
              <a:gd name="connsiteX84" fmla="*/ 3305174 w 4933949"/>
              <a:gd name="connsiteY84" fmla="*/ 54035 h 7196138"/>
              <a:gd name="connsiteX85" fmla="*/ 3318354 w 4933949"/>
              <a:gd name="connsiteY85" fmla="*/ 14497 h 7196138"/>
              <a:gd name="connsiteX86" fmla="*/ 3359213 w 4933949"/>
              <a:gd name="connsiteY86" fmla="*/ 0 h 719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4933949" h="7196138">
                <a:moveTo>
                  <a:pt x="1050029" y="6094413"/>
                </a:moveTo>
                <a:cubicBezTo>
                  <a:pt x="2409664" y="6623557"/>
                  <a:pt x="2524285" y="6623557"/>
                  <a:pt x="3883920" y="6094413"/>
                </a:cubicBezTo>
                <a:cubicBezTo>
                  <a:pt x="3883920" y="6094413"/>
                  <a:pt x="3883920" y="6094413"/>
                  <a:pt x="4933949" y="6645934"/>
                </a:cubicBezTo>
                <a:cubicBezTo>
                  <a:pt x="4933949" y="6645934"/>
                  <a:pt x="4933949" y="6645934"/>
                  <a:pt x="3883920" y="7196138"/>
                </a:cubicBezTo>
                <a:cubicBezTo>
                  <a:pt x="2524285" y="6668311"/>
                  <a:pt x="2409664" y="6668311"/>
                  <a:pt x="1050029" y="7196138"/>
                </a:cubicBezTo>
                <a:cubicBezTo>
                  <a:pt x="1050029" y="7196138"/>
                  <a:pt x="1050029" y="7196138"/>
                  <a:pt x="0" y="6645934"/>
                </a:cubicBezTo>
                <a:cubicBezTo>
                  <a:pt x="0" y="6645934"/>
                  <a:pt x="0" y="6645934"/>
                  <a:pt x="1050029" y="6094413"/>
                </a:cubicBezTo>
                <a:close/>
                <a:moveTo>
                  <a:pt x="1050029" y="4730750"/>
                </a:moveTo>
                <a:cubicBezTo>
                  <a:pt x="2409664" y="5260657"/>
                  <a:pt x="2524285" y="5260657"/>
                  <a:pt x="3883920" y="4730750"/>
                </a:cubicBezTo>
                <a:cubicBezTo>
                  <a:pt x="3883920" y="4730750"/>
                  <a:pt x="3883920" y="4730750"/>
                  <a:pt x="4933949" y="5283066"/>
                </a:cubicBezTo>
                <a:cubicBezTo>
                  <a:pt x="4933949" y="5283066"/>
                  <a:pt x="4933949" y="5283066"/>
                  <a:pt x="3883920" y="5834063"/>
                </a:cubicBezTo>
                <a:cubicBezTo>
                  <a:pt x="2524285" y="5305475"/>
                  <a:pt x="2409664" y="5305475"/>
                  <a:pt x="1050029" y="5834063"/>
                </a:cubicBezTo>
                <a:cubicBezTo>
                  <a:pt x="1050029" y="5834063"/>
                  <a:pt x="1050029" y="5834063"/>
                  <a:pt x="0" y="5283066"/>
                </a:cubicBezTo>
                <a:cubicBezTo>
                  <a:pt x="0" y="5283066"/>
                  <a:pt x="0" y="5283066"/>
                  <a:pt x="1050029" y="4730750"/>
                </a:cubicBezTo>
                <a:close/>
                <a:moveTo>
                  <a:pt x="1050029" y="3368675"/>
                </a:moveTo>
                <a:cubicBezTo>
                  <a:pt x="2409664" y="3898582"/>
                  <a:pt x="2524285" y="3898582"/>
                  <a:pt x="3883920" y="3368675"/>
                </a:cubicBezTo>
                <a:cubicBezTo>
                  <a:pt x="3883920" y="3368675"/>
                  <a:pt x="3883920" y="3368675"/>
                  <a:pt x="4933949" y="3920991"/>
                </a:cubicBezTo>
                <a:cubicBezTo>
                  <a:pt x="4933949" y="3920991"/>
                  <a:pt x="4933949" y="3920991"/>
                  <a:pt x="3883920" y="4471988"/>
                </a:cubicBezTo>
                <a:cubicBezTo>
                  <a:pt x="2524285" y="3943400"/>
                  <a:pt x="2409664" y="3943400"/>
                  <a:pt x="1050029" y="4471988"/>
                </a:cubicBezTo>
                <a:cubicBezTo>
                  <a:pt x="1050029" y="4471988"/>
                  <a:pt x="1050029" y="4471988"/>
                  <a:pt x="0" y="3920991"/>
                </a:cubicBezTo>
                <a:cubicBezTo>
                  <a:pt x="0" y="3920991"/>
                  <a:pt x="0" y="3920991"/>
                  <a:pt x="1050029" y="3368675"/>
                </a:cubicBezTo>
                <a:close/>
                <a:moveTo>
                  <a:pt x="678543" y="305710"/>
                </a:moveTo>
                <a:lnTo>
                  <a:pt x="678543" y="2307316"/>
                </a:lnTo>
                <a:cubicBezTo>
                  <a:pt x="678543" y="2307316"/>
                  <a:pt x="678543" y="2307316"/>
                  <a:pt x="909109" y="2307316"/>
                </a:cubicBezTo>
                <a:cubicBezTo>
                  <a:pt x="1011875" y="2307316"/>
                  <a:pt x="1072481" y="2291503"/>
                  <a:pt x="1119911" y="2234842"/>
                </a:cubicBezTo>
                <a:cubicBezTo>
                  <a:pt x="1192375" y="2147873"/>
                  <a:pt x="1198962" y="1971299"/>
                  <a:pt x="1198962" y="1615517"/>
                </a:cubicBezTo>
                <a:cubicBezTo>
                  <a:pt x="1198962" y="1615517"/>
                  <a:pt x="1198962" y="1615517"/>
                  <a:pt x="1198962" y="996191"/>
                </a:cubicBezTo>
                <a:cubicBezTo>
                  <a:pt x="1198962" y="641727"/>
                  <a:pt x="1192375" y="465153"/>
                  <a:pt x="1119911" y="378184"/>
                </a:cubicBezTo>
                <a:cubicBezTo>
                  <a:pt x="1072481" y="321522"/>
                  <a:pt x="1011875" y="305710"/>
                  <a:pt x="909109" y="305710"/>
                </a:cubicBezTo>
                <a:cubicBezTo>
                  <a:pt x="909109" y="305710"/>
                  <a:pt x="909109" y="305710"/>
                  <a:pt x="678543" y="305710"/>
                </a:cubicBezTo>
                <a:close/>
                <a:moveTo>
                  <a:pt x="1842869" y="0"/>
                </a:moveTo>
                <a:cubicBezTo>
                  <a:pt x="1842869" y="0"/>
                  <a:pt x="1842869" y="0"/>
                  <a:pt x="3073618" y="0"/>
                </a:cubicBezTo>
                <a:cubicBezTo>
                  <a:pt x="3093384" y="0"/>
                  <a:pt x="3105243" y="5271"/>
                  <a:pt x="3114467" y="14495"/>
                </a:cubicBezTo>
                <a:cubicBezTo>
                  <a:pt x="3122374" y="22401"/>
                  <a:pt x="3128962" y="34261"/>
                  <a:pt x="3128962" y="54027"/>
                </a:cubicBezTo>
                <a:cubicBezTo>
                  <a:pt x="3128962" y="54027"/>
                  <a:pt x="3128962" y="54027"/>
                  <a:pt x="3128962" y="275402"/>
                </a:cubicBezTo>
                <a:cubicBezTo>
                  <a:pt x="3128962" y="295168"/>
                  <a:pt x="3122374" y="307028"/>
                  <a:pt x="3114467" y="314934"/>
                </a:cubicBezTo>
                <a:cubicBezTo>
                  <a:pt x="3105243" y="324158"/>
                  <a:pt x="3093384" y="329429"/>
                  <a:pt x="3073618" y="329429"/>
                </a:cubicBezTo>
                <a:cubicBezTo>
                  <a:pt x="3073618" y="329429"/>
                  <a:pt x="3073618" y="329429"/>
                  <a:pt x="2679620" y="329429"/>
                </a:cubicBezTo>
                <a:cubicBezTo>
                  <a:pt x="2679620" y="329429"/>
                  <a:pt x="2679620" y="329429"/>
                  <a:pt x="2679620" y="2558999"/>
                </a:cubicBezTo>
                <a:cubicBezTo>
                  <a:pt x="2679620" y="2578765"/>
                  <a:pt x="2674349" y="2590624"/>
                  <a:pt x="2665125" y="2598530"/>
                </a:cubicBezTo>
                <a:cubicBezTo>
                  <a:pt x="2657219" y="2607755"/>
                  <a:pt x="2645360" y="2613025"/>
                  <a:pt x="2625594" y="2613025"/>
                </a:cubicBezTo>
                <a:cubicBezTo>
                  <a:pt x="2625594" y="2613025"/>
                  <a:pt x="2625594" y="2613025"/>
                  <a:pt x="2290893" y="2613025"/>
                </a:cubicBezTo>
                <a:cubicBezTo>
                  <a:pt x="2271128" y="2613025"/>
                  <a:pt x="2259268" y="2607755"/>
                  <a:pt x="2250044" y="2598530"/>
                </a:cubicBezTo>
                <a:cubicBezTo>
                  <a:pt x="2240820" y="2590624"/>
                  <a:pt x="2235549" y="2578765"/>
                  <a:pt x="2235549" y="2558999"/>
                </a:cubicBezTo>
                <a:cubicBezTo>
                  <a:pt x="2235549" y="2558999"/>
                  <a:pt x="2235549" y="2558999"/>
                  <a:pt x="2235549" y="329429"/>
                </a:cubicBezTo>
                <a:cubicBezTo>
                  <a:pt x="2235549" y="329429"/>
                  <a:pt x="2235549" y="329429"/>
                  <a:pt x="1842869" y="329429"/>
                </a:cubicBezTo>
                <a:cubicBezTo>
                  <a:pt x="1823104" y="329429"/>
                  <a:pt x="1811244" y="324158"/>
                  <a:pt x="1802020" y="314934"/>
                </a:cubicBezTo>
                <a:cubicBezTo>
                  <a:pt x="1792796" y="307028"/>
                  <a:pt x="1787525" y="295168"/>
                  <a:pt x="1787525" y="275402"/>
                </a:cubicBezTo>
                <a:cubicBezTo>
                  <a:pt x="1787525" y="275402"/>
                  <a:pt x="1787525" y="275402"/>
                  <a:pt x="1787525" y="54027"/>
                </a:cubicBezTo>
                <a:cubicBezTo>
                  <a:pt x="1787525" y="34261"/>
                  <a:pt x="1792796" y="22401"/>
                  <a:pt x="1802020" y="14495"/>
                </a:cubicBezTo>
                <a:cubicBezTo>
                  <a:pt x="1811244" y="5271"/>
                  <a:pt x="1823104" y="0"/>
                  <a:pt x="1842869" y="0"/>
                </a:cubicBezTo>
                <a:close/>
                <a:moveTo>
                  <a:pt x="317544" y="0"/>
                </a:moveTo>
                <a:cubicBezTo>
                  <a:pt x="317544" y="0"/>
                  <a:pt x="317544" y="0"/>
                  <a:pt x="972349" y="0"/>
                </a:cubicBezTo>
                <a:cubicBezTo>
                  <a:pt x="1226630" y="0"/>
                  <a:pt x="1382097" y="57980"/>
                  <a:pt x="1476958" y="179209"/>
                </a:cubicBezTo>
                <a:cubicBezTo>
                  <a:pt x="1615298" y="345241"/>
                  <a:pt x="1619250" y="614055"/>
                  <a:pt x="1619250" y="1025181"/>
                </a:cubicBezTo>
                <a:cubicBezTo>
                  <a:pt x="1619250" y="1025181"/>
                  <a:pt x="1619250" y="1025181"/>
                  <a:pt x="1619250" y="1587845"/>
                </a:cubicBezTo>
                <a:cubicBezTo>
                  <a:pt x="1619250" y="1998971"/>
                  <a:pt x="1615298" y="2267784"/>
                  <a:pt x="1476958" y="2433816"/>
                </a:cubicBezTo>
                <a:cubicBezTo>
                  <a:pt x="1382097" y="2555046"/>
                  <a:pt x="1226630" y="2613025"/>
                  <a:pt x="972349" y="2613025"/>
                </a:cubicBezTo>
                <a:cubicBezTo>
                  <a:pt x="972349" y="2613025"/>
                  <a:pt x="972349" y="2613025"/>
                  <a:pt x="317544" y="2613025"/>
                </a:cubicBezTo>
                <a:cubicBezTo>
                  <a:pt x="297781" y="2613025"/>
                  <a:pt x="285923" y="2607755"/>
                  <a:pt x="278018" y="2598530"/>
                </a:cubicBezTo>
                <a:cubicBezTo>
                  <a:pt x="268795" y="2590624"/>
                  <a:pt x="263525" y="2578765"/>
                  <a:pt x="263525" y="2558999"/>
                </a:cubicBezTo>
                <a:cubicBezTo>
                  <a:pt x="263525" y="2558999"/>
                  <a:pt x="263525" y="2558999"/>
                  <a:pt x="263525" y="54027"/>
                </a:cubicBezTo>
                <a:cubicBezTo>
                  <a:pt x="263525" y="34261"/>
                  <a:pt x="268795" y="22401"/>
                  <a:pt x="278018" y="14495"/>
                </a:cubicBezTo>
                <a:cubicBezTo>
                  <a:pt x="285923" y="5271"/>
                  <a:pt x="297781" y="0"/>
                  <a:pt x="317544" y="0"/>
                </a:cubicBezTo>
                <a:close/>
                <a:moveTo>
                  <a:pt x="3359213" y="0"/>
                </a:moveTo>
                <a:cubicBezTo>
                  <a:pt x="3359213" y="0"/>
                  <a:pt x="3359213" y="0"/>
                  <a:pt x="3664991" y="0"/>
                </a:cubicBezTo>
                <a:cubicBezTo>
                  <a:pt x="3684762" y="0"/>
                  <a:pt x="3696624" y="5272"/>
                  <a:pt x="3705850" y="14497"/>
                </a:cubicBezTo>
                <a:cubicBezTo>
                  <a:pt x="3715076" y="22405"/>
                  <a:pt x="3720348" y="34266"/>
                  <a:pt x="3720348" y="54035"/>
                </a:cubicBezTo>
                <a:cubicBezTo>
                  <a:pt x="3720348" y="54035"/>
                  <a:pt x="3720348" y="54035"/>
                  <a:pt x="3720348" y="1903062"/>
                </a:cubicBezTo>
                <a:cubicBezTo>
                  <a:pt x="3720348" y="2103384"/>
                  <a:pt x="3738800" y="2214089"/>
                  <a:pt x="3798111" y="2279984"/>
                </a:cubicBezTo>
                <a:cubicBezTo>
                  <a:pt x="3841605" y="2328747"/>
                  <a:pt x="3899597" y="2349833"/>
                  <a:pt x="3976042" y="2349833"/>
                </a:cubicBezTo>
                <a:cubicBezTo>
                  <a:pt x="4060395" y="2349833"/>
                  <a:pt x="4121023" y="2326111"/>
                  <a:pt x="4163200" y="2279984"/>
                </a:cubicBezTo>
                <a:cubicBezTo>
                  <a:pt x="4226464" y="2211453"/>
                  <a:pt x="4240963" y="2096795"/>
                  <a:pt x="4240963" y="1903062"/>
                </a:cubicBezTo>
                <a:cubicBezTo>
                  <a:pt x="4240963" y="1903062"/>
                  <a:pt x="4240963" y="1903062"/>
                  <a:pt x="4240963" y="54035"/>
                </a:cubicBezTo>
                <a:cubicBezTo>
                  <a:pt x="4240963" y="34266"/>
                  <a:pt x="4246235" y="22405"/>
                  <a:pt x="4255461" y="14497"/>
                </a:cubicBezTo>
                <a:cubicBezTo>
                  <a:pt x="4263369" y="5272"/>
                  <a:pt x="4276549" y="0"/>
                  <a:pt x="4295001" y="0"/>
                </a:cubicBezTo>
                <a:cubicBezTo>
                  <a:pt x="4295001" y="0"/>
                  <a:pt x="4295001" y="0"/>
                  <a:pt x="4602098" y="0"/>
                </a:cubicBezTo>
                <a:cubicBezTo>
                  <a:pt x="4621868" y="0"/>
                  <a:pt x="4633730" y="5272"/>
                  <a:pt x="4641638" y="14497"/>
                </a:cubicBezTo>
                <a:cubicBezTo>
                  <a:pt x="4650864" y="22405"/>
                  <a:pt x="4656136" y="34266"/>
                  <a:pt x="4656136" y="54035"/>
                </a:cubicBezTo>
                <a:cubicBezTo>
                  <a:pt x="4656136" y="54035"/>
                  <a:pt x="4656136" y="54035"/>
                  <a:pt x="4656136" y="1904380"/>
                </a:cubicBezTo>
                <a:cubicBezTo>
                  <a:pt x="4656136" y="2153465"/>
                  <a:pt x="4627140" y="2319521"/>
                  <a:pt x="4507201" y="2459220"/>
                </a:cubicBezTo>
                <a:cubicBezTo>
                  <a:pt x="4405714" y="2577832"/>
                  <a:pt x="4239645" y="2646363"/>
                  <a:pt x="3981314" y="2646363"/>
                </a:cubicBezTo>
                <a:cubicBezTo>
                  <a:pt x="3726938" y="2646363"/>
                  <a:pt x="3559550" y="2581786"/>
                  <a:pt x="3447519" y="2459220"/>
                </a:cubicBezTo>
                <a:cubicBezTo>
                  <a:pt x="3340760" y="2341926"/>
                  <a:pt x="3305174" y="2173233"/>
                  <a:pt x="3305174" y="1904380"/>
                </a:cubicBezTo>
                <a:cubicBezTo>
                  <a:pt x="3305174" y="1904380"/>
                  <a:pt x="3305174" y="1904380"/>
                  <a:pt x="3305174" y="54035"/>
                </a:cubicBezTo>
                <a:cubicBezTo>
                  <a:pt x="3305174" y="34266"/>
                  <a:pt x="3310446" y="22405"/>
                  <a:pt x="3318354" y="14497"/>
                </a:cubicBezTo>
                <a:cubicBezTo>
                  <a:pt x="3327580" y="5272"/>
                  <a:pt x="3339442" y="0"/>
                  <a:pt x="3359213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 dirty="0"/>
          </a:p>
        </p:txBody>
      </p:sp>
      <p:sp>
        <p:nvSpPr>
          <p:cNvPr id="7" name="Date Placeholder 9">
            <a:extLst>
              <a:ext uri="{FF2B5EF4-FFF2-40B4-BE49-F238E27FC236}">
                <a16:creationId xmlns:a16="http://schemas.microsoft.com/office/drawing/2014/main" id="{EE5436C8-1F12-977F-6ACA-15B7884102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17598" y="6517037"/>
            <a:ext cx="733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fld id="{3DF5C358-002F-4FFE-AE51-8D3FBE9A7FC8}" type="datetimeFigureOut">
              <a:rPr lang="en-US" smtClean="0"/>
              <a:pPr/>
              <a:t>10/26/2026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721454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156" userDrawn="1">
          <p15:clr>
            <a:srgbClr val="F26B43"/>
          </p15:clr>
        </p15:guide>
        <p15:guide id="2" pos="7514" userDrawn="1">
          <p15:clr>
            <a:srgbClr val="F26B43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B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69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249859" y="3545117"/>
            <a:ext cx="10840028" cy="2706458"/>
          </a:xfrm>
        </p:spPr>
        <p:txBody>
          <a:bodyPr anchor="t" anchorCtr="0"/>
          <a:lstStyle>
            <a:lvl1pPr>
              <a:lnSpc>
                <a:spcPct val="93000"/>
              </a:lnSpc>
              <a:defRPr sz="8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noProof="0"/>
              <a:t>Click to edit Master title style</a:t>
            </a:r>
            <a:endParaRPr lang="en-GB"/>
          </a:p>
        </p:txBody>
      </p:sp>
      <p:sp>
        <p:nvSpPr>
          <p:cNvPr id="11469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247072" y="1704975"/>
            <a:ext cx="10840028" cy="1660654"/>
          </a:xfrm>
        </p:spPr>
        <p:txBody>
          <a:bodyPr anchor="b" anchorCtr="0"/>
          <a:lstStyle>
            <a:lvl1pPr marL="0" indent="0">
              <a:lnSpc>
                <a:spcPct val="110000"/>
              </a:lnSpc>
              <a:spcBef>
                <a:spcPts val="0"/>
              </a:spcBef>
              <a:buFontTx/>
              <a:buNone/>
              <a:defRPr sz="3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noProof="0"/>
              <a:t>Click to edit Master subtitle style</a:t>
            </a:r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1346B4F-F02C-40EC-9B70-932B18214C6A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 sz="800" dirty="0"/>
              <a:t>A deconstructed comparison of DWM and LES wake aerodynamics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67EB69-BB5A-407E-BF0A-1CB9B24506D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5" name="Date Placeholder 9">
            <a:extLst>
              <a:ext uri="{FF2B5EF4-FFF2-40B4-BE49-F238E27FC236}">
                <a16:creationId xmlns:a16="http://schemas.microsoft.com/office/drawing/2014/main" id="{04D2BAA8-A563-0D13-D225-ABE2D961C3C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17598" y="6517037"/>
            <a:ext cx="733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fld id="{3DF5C358-002F-4FFE-AE51-8D3FBE9A7FC8}" type="datetimeFigureOut">
              <a:rPr lang="en-US" smtClean="0"/>
              <a:pPr/>
              <a:t>10/26/2026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591931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156" userDrawn="1">
          <p15:clr>
            <a:srgbClr val="F26B43"/>
          </p15:clr>
        </p15:guide>
        <p15:guide id="2" pos="6984" userDrawn="1">
          <p15:clr>
            <a:srgbClr val="F26B43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248A0E3C-0CE1-4BBF-A912-5A81BF3B7B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1FCA8860-CDAD-4F91-9292-2B11655C191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 dirty="0"/>
              <a:t>A deconstructed comparison of DWM and LES wake aerodynamics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C7A21B-9B48-4777-BF0D-9FB95719C2E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5" name="Date Placeholder 9">
            <a:extLst>
              <a:ext uri="{FF2B5EF4-FFF2-40B4-BE49-F238E27FC236}">
                <a16:creationId xmlns:a16="http://schemas.microsoft.com/office/drawing/2014/main" id="{58AEF35A-E6D5-9E5B-1FD2-C76BEEFC117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17598" y="6517037"/>
            <a:ext cx="733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fld id="{3DF5C358-002F-4FFE-AE51-8D3FBE9A7FC8}" type="datetimeFigureOut">
              <a:rPr lang="en-US" smtClean="0"/>
              <a:pPr/>
              <a:t>10/26/2026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77740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984" userDrawn="1">
          <p15:clr>
            <a:srgbClr val="F26B43"/>
          </p15:clr>
        </p15:guide>
        <p15:guide id="2" pos="1117" userDrawn="1">
          <p15:clr>
            <a:srgbClr val="F26B43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5EB1D5E1-0C4E-4A74-BE37-26307F7E28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4726" y="836711"/>
            <a:ext cx="9312374" cy="56213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774800" y="1706399"/>
            <a:ext cx="4410177" cy="4546800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78001" y="1706399"/>
            <a:ext cx="4409100" cy="4546800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02499420-B0E8-4C8A-8C00-E21262271AD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 dirty="0"/>
              <a:t>Footer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3EE7F0E-E606-41AC-BBBF-B5AECB1112E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A0B325B-A25A-D56A-EF8C-3A7C961092A0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252000" y="6541200"/>
            <a:ext cx="1105200" cy="316800"/>
          </a:xfrm>
          <a:prstGeom prst="rect">
            <a:avLst/>
          </a:prstGeom>
        </p:spPr>
        <p:txBody>
          <a:bodyPr/>
          <a:lstStyle/>
          <a:p>
            <a:r>
              <a:rPr lang="en-GB"/>
              <a:t>Date</a:t>
            </a:r>
          </a:p>
        </p:txBody>
      </p:sp>
    </p:spTree>
    <p:extLst>
      <p:ext uri="{BB962C8B-B14F-4D97-AF65-F5344CB8AC3E}">
        <p14:creationId xmlns:p14="http://schemas.microsoft.com/office/powerpoint/2010/main" val="24679606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118">
          <p15:clr>
            <a:srgbClr val="F26B43"/>
          </p15:clr>
        </p15:guide>
        <p15:guide id="2" pos="3896">
          <p15:clr>
            <a:srgbClr val="F26B43"/>
          </p15:clr>
        </p15:guide>
        <p15:guide id="3" pos="4205">
          <p15:clr>
            <a:srgbClr val="F26B43"/>
          </p15:clr>
        </p15:guide>
        <p15:guide id="4" pos="6984">
          <p15:clr>
            <a:srgbClr val="F26B43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two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90A2595F-A737-4D92-946C-EC0BBF8853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4726" y="849733"/>
            <a:ext cx="6048672" cy="54910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74726" y="1706328"/>
            <a:ext cx="6048672" cy="454557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565D29D0-EA4F-4318-8A82-6C2B200A712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331213" y="849734"/>
            <a:ext cx="3859200" cy="25056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  <a:endParaRPr lang="en-GB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25B8511D-E10E-40C3-82A6-3DCDC97CF6C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331213" y="3563718"/>
            <a:ext cx="3859200" cy="25056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  <a:endParaRPr lang="en-GB"/>
          </a:p>
          <a:p>
            <a:endParaRPr lang="en-GB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2986237-C7E2-4498-82A4-361A340A650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664EEF-2B63-484E-803A-4FCD66F243A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815370-C44B-16D1-4345-7DCD91BF3A49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252000" y="6541200"/>
            <a:ext cx="1105200" cy="316800"/>
          </a:xfrm>
          <a:prstGeom prst="rect">
            <a:avLst/>
          </a:prstGeom>
        </p:spPr>
        <p:txBody>
          <a:bodyPr/>
          <a:lstStyle/>
          <a:p>
            <a:r>
              <a:rPr lang="en-GB"/>
              <a:t>Date</a:t>
            </a:r>
          </a:p>
        </p:txBody>
      </p:sp>
    </p:spTree>
    <p:extLst>
      <p:ext uri="{BB962C8B-B14F-4D97-AF65-F5344CB8AC3E}">
        <p14:creationId xmlns:p14="http://schemas.microsoft.com/office/powerpoint/2010/main" val="39226707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927" userDrawn="1">
          <p15:clr>
            <a:srgbClr val="F26B43"/>
          </p15:clr>
        </p15:guide>
        <p15:guide id="2" pos="5247" userDrawn="1">
          <p15:clr>
            <a:srgbClr val="F26B43"/>
          </p15:clr>
        </p15:guide>
        <p15:guide id="3" pos="1117" userDrawn="1">
          <p15:clr>
            <a:srgbClr val="F26B43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pictures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7">
            <a:extLst>
              <a:ext uri="{FF2B5EF4-FFF2-40B4-BE49-F238E27FC236}">
                <a16:creationId xmlns:a16="http://schemas.microsoft.com/office/drawing/2014/main" id="{92213382-11A1-48CE-B0A0-D8A7D26861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21360" y="836711"/>
            <a:ext cx="6865740" cy="56213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21360" y="1706328"/>
            <a:ext cx="6865740" cy="454557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565D29D0-EA4F-4318-8A82-6C2B200A712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1314523"/>
            <a:ext cx="3708000" cy="24552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  <a:endParaRPr lang="en-GB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25B8511D-E10E-40C3-82A6-3DCDC97CF6C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-1" y="3968153"/>
            <a:ext cx="3708000" cy="24552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  <a:endParaRPr lang="en-GB"/>
          </a:p>
          <a:p>
            <a:endParaRPr lang="en-GB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E26B732-1A52-4AA9-89FC-8FC5439E40D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25D0DC-E43F-43DA-AA0F-C0C54C8939F7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C26095-B382-DC60-053F-48583B07F1BB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252000" y="6541200"/>
            <a:ext cx="1105200" cy="316800"/>
          </a:xfrm>
          <a:prstGeom prst="rect">
            <a:avLst/>
          </a:prstGeom>
        </p:spPr>
        <p:txBody>
          <a:bodyPr/>
          <a:lstStyle/>
          <a:p>
            <a:r>
              <a:rPr lang="en-GB"/>
              <a:t>Date</a:t>
            </a:r>
          </a:p>
        </p:txBody>
      </p:sp>
    </p:spTree>
    <p:extLst>
      <p:ext uri="{BB962C8B-B14F-4D97-AF65-F5344CB8AC3E}">
        <p14:creationId xmlns:p14="http://schemas.microsoft.com/office/powerpoint/2010/main" val="12835623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984" userDrawn="1">
          <p15:clr>
            <a:srgbClr val="F26B43"/>
          </p15:clr>
        </p15:guide>
        <p15:guide id="2" pos="2660" userDrawn="1">
          <p15:clr>
            <a:srgbClr val="F26B43"/>
          </p15:clr>
        </p15:guide>
        <p15:guide id="3" pos="2335" userDrawn="1">
          <p15:clr>
            <a:srgbClr val="F26B43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8953C3-F3F7-4638-96F8-7CF20CB55E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47650" y="980727"/>
            <a:ext cx="3740400" cy="418115"/>
          </a:xfrm>
        </p:spPr>
        <p:txBody>
          <a:bodyPr/>
          <a:lstStyle>
            <a:lvl1pPr>
              <a:defRPr sz="2400"/>
            </a:lvl1pPr>
          </a:lstStyle>
          <a:p>
            <a:r>
              <a:rPr lang="en-GB"/>
              <a:t>Click to add title one line</a:t>
            </a:r>
            <a:endParaRPr lang="en-GB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CC0DB591-4602-46B3-B1C3-1E64148AB9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0" y="4407150"/>
            <a:ext cx="3740400" cy="1844425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68416079-1CFC-426F-A6ED-5AB355FC545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222750" y="979200"/>
            <a:ext cx="3740400" cy="417767"/>
          </a:xfrm>
        </p:spPr>
        <p:txBody>
          <a:bodyPr anchor="b" anchorCtr="0"/>
          <a:lstStyle>
            <a:lvl1pPr marL="0" indent="0">
              <a:buNone/>
              <a:defRPr sz="2400" b="1"/>
            </a:lvl1pPr>
            <a:lvl2pPr marL="0" indent="0">
              <a:buNone/>
              <a:defRPr sz="2400" b="1"/>
            </a:lvl2pPr>
            <a:lvl3pPr marL="0" indent="0">
              <a:buNone/>
              <a:defRPr sz="2400" b="1"/>
            </a:lvl3pPr>
            <a:lvl4pPr marL="0" indent="0">
              <a:buNone/>
              <a:defRPr sz="2400" b="1"/>
            </a:lvl4pPr>
            <a:lvl5pPr marL="0" indent="0">
              <a:buNone/>
              <a:defRPr sz="2400" b="1"/>
            </a:lvl5pPr>
          </a:lstStyle>
          <a:p>
            <a:pPr lvl="0"/>
            <a:r>
              <a:rPr lang="en-GB"/>
              <a:t>Click to add title one line</a:t>
            </a:r>
            <a:endParaRPr lang="en-GB" dirty="0"/>
          </a:p>
        </p:txBody>
      </p:sp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D358873C-68BF-4E89-B536-B3248F2B25FE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4222750" y="4406899"/>
            <a:ext cx="3740401" cy="1844675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69A0E900-1FE2-4CC1-B435-93F3A118935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197850" y="979200"/>
            <a:ext cx="3740400" cy="417767"/>
          </a:xfrm>
        </p:spPr>
        <p:txBody>
          <a:bodyPr anchor="b" anchorCtr="0"/>
          <a:lstStyle>
            <a:lvl1pPr marL="0" indent="0">
              <a:buNone/>
              <a:defRPr sz="2400" b="1"/>
            </a:lvl1pPr>
            <a:lvl2pPr marL="0" indent="0">
              <a:buNone/>
              <a:defRPr sz="2400" b="1"/>
            </a:lvl2pPr>
            <a:lvl3pPr marL="0" indent="0">
              <a:buNone/>
              <a:defRPr sz="2400" b="1"/>
            </a:lvl3pPr>
            <a:lvl4pPr marL="0" indent="0">
              <a:buNone/>
              <a:defRPr sz="2400" b="1"/>
            </a:lvl4pPr>
            <a:lvl5pPr marL="0" indent="0">
              <a:buNone/>
              <a:defRPr sz="2400" b="1"/>
            </a:lvl5pPr>
          </a:lstStyle>
          <a:p>
            <a:pPr lvl="0"/>
            <a:r>
              <a:rPr lang="en-GB"/>
              <a:t>Click to add title one line</a:t>
            </a:r>
            <a:endParaRPr lang="en-GB" dirty="0"/>
          </a:p>
        </p:txBody>
      </p:sp>
      <p:sp>
        <p:nvSpPr>
          <p:cNvPr id="25" name="Content Placeholder 24">
            <a:extLst>
              <a:ext uri="{FF2B5EF4-FFF2-40B4-BE49-F238E27FC236}">
                <a16:creationId xmlns:a16="http://schemas.microsoft.com/office/drawing/2014/main" id="{E094886A-F110-4851-B1DA-8DFC40D509F8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8197850" y="4406899"/>
            <a:ext cx="3740400" cy="1844675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1B02311-54A6-4455-B615-BBCA0DA742E4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247650" y="1546282"/>
            <a:ext cx="3740400" cy="26640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  <a:endParaRPr lang="en-GB"/>
          </a:p>
        </p:txBody>
      </p:sp>
      <p:sp>
        <p:nvSpPr>
          <p:cNvPr id="13" name="Picture Placeholder 8">
            <a:extLst>
              <a:ext uri="{FF2B5EF4-FFF2-40B4-BE49-F238E27FC236}">
                <a16:creationId xmlns:a16="http://schemas.microsoft.com/office/drawing/2014/main" id="{710A5827-3485-49A0-81F0-FF89EE34B804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4223149" y="1548581"/>
            <a:ext cx="3740400" cy="26640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  <a:endParaRPr lang="en-GB"/>
          </a:p>
        </p:txBody>
      </p:sp>
      <p:sp>
        <p:nvSpPr>
          <p:cNvPr id="14" name="Picture Placeholder 8">
            <a:extLst>
              <a:ext uri="{FF2B5EF4-FFF2-40B4-BE49-F238E27FC236}">
                <a16:creationId xmlns:a16="http://schemas.microsoft.com/office/drawing/2014/main" id="{E27B0558-FCB8-4A55-9BA9-182DFF0387F4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8198648" y="1546282"/>
            <a:ext cx="3740400" cy="26640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1346B4F-F02C-40EC-9B70-932B18214C6A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67EB69-BB5A-407E-BF0A-1CB9B24506D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A55474-F7C5-8595-5CCC-39641AF009EB}"/>
              </a:ext>
            </a:extLst>
          </p:cNvPr>
          <p:cNvSpPr>
            <a:spLocks noGrp="1"/>
          </p:cNvSpPr>
          <p:nvPr>
            <p:ph type="dt" sz="half" idx="25"/>
          </p:nvPr>
        </p:nvSpPr>
        <p:spPr>
          <a:xfrm>
            <a:off x="252000" y="6541200"/>
            <a:ext cx="1105200" cy="316800"/>
          </a:xfrm>
          <a:prstGeom prst="rect">
            <a:avLst/>
          </a:prstGeom>
        </p:spPr>
        <p:txBody>
          <a:bodyPr/>
          <a:lstStyle/>
          <a:p>
            <a:r>
              <a:rPr lang="en-GB"/>
              <a:t>Date</a:t>
            </a:r>
          </a:p>
        </p:txBody>
      </p:sp>
    </p:spTree>
    <p:extLst>
      <p:ext uri="{BB962C8B-B14F-4D97-AF65-F5344CB8AC3E}">
        <p14:creationId xmlns:p14="http://schemas.microsoft.com/office/powerpoint/2010/main" val="188637407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156">
          <p15:clr>
            <a:srgbClr val="F26B43"/>
          </p15:clr>
        </p15:guide>
        <p15:guide id="2" pos="7522" userDrawn="1">
          <p15:clr>
            <a:srgbClr val="F26B43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297DEAA-3B7B-49C7-8C28-3F21F36A9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1F74546-9D06-4CF7-806D-E04B043BF5A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 dirty="0"/>
              <a:t>A deconstructed comparison of DWM and LES wake aerodynamics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F53AB3-8AAF-469F-AD3F-AE5E1A39D7C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Date Placeholder 9">
            <a:extLst>
              <a:ext uri="{FF2B5EF4-FFF2-40B4-BE49-F238E27FC236}">
                <a16:creationId xmlns:a16="http://schemas.microsoft.com/office/drawing/2014/main" id="{781DC4C9-7CE1-1E20-D42A-C8AB14F119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17598" y="6517037"/>
            <a:ext cx="733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fld id="{3DF5C358-002F-4FFE-AE51-8D3FBE9A7FC8}" type="datetimeFigureOut">
              <a:rPr lang="en-US" smtClean="0"/>
              <a:pPr/>
              <a:t>10/26/2026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8455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117" userDrawn="1">
          <p15:clr>
            <a:srgbClr val="F26B43"/>
          </p15:clr>
        </p15:guide>
        <p15:guide id="2" pos="6984" userDrawn="1">
          <p15:clr>
            <a:srgbClr val="F26B43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ogo og foot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E75ABF-082F-4A38-B952-09157E37A81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 dirty="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A39F3A-7714-4FD6-9132-D60FFA220D9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Date Placeholder 9">
            <a:extLst>
              <a:ext uri="{FF2B5EF4-FFF2-40B4-BE49-F238E27FC236}">
                <a16:creationId xmlns:a16="http://schemas.microsoft.com/office/drawing/2014/main" id="{279C4567-9491-70D1-2F1E-9C21CE63FEF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17598" y="6517037"/>
            <a:ext cx="733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fld id="{3DF5C358-002F-4FFE-AE51-8D3FBE9A7FC8}" type="datetimeFigureOut">
              <a:rPr lang="en-US" smtClean="0"/>
              <a:pPr/>
              <a:t>10/26/2026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92647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ront/Pause A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ackground">
            <a:extLst>
              <a:ext uri="{FF2B5EF4-FFF2-40B4-BE49-F238E27FC236}">
                <a16:creationId xmlns:a16="http://schemas.microsoft.com/office/drawing/2014/main" id="{AF9D3C51-A276-4E1F-B6B6-FD6A4E17EE28}"/>
              </a:ext>
            </a:extLst>
          </p:cNvPr>
          <p:cNvSpPr/>
          <p:nvPr userDrawn="1"/>
        </p:nvSpPr>
        <p:spPr bwMode="auto">
          <a:xfrm>
            <a:off x="0" y="0"/>
            <a:ext cx="12193200" cy="6861600"/>
          </a:xfrm>
          <a:prstGeom prst="rect">
            <a:avLst/>
          </a:prstGeom>
          <a:solidFill>
            <a:srgbClr val="2F3EE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ＭＳ Ｐゴシック" pitchFamily="-80" charset="-128"/>
            </a:endParaRPr>
          </a:p>
        </p:txBody>
      </p:sp>
      <p:sp>
        <p:nvSpPr>
          <p:cNvPr id="4" name="Date Placeholder 2">
            <a:extLst>
              <a:ext uri="{FF2B5EF4-FFF2-40B4-BE49-F238E27FC236}">
                <a16:creationId xmlns:a16="http://schemas.microsoft.com/office/drawing/2014/main" id="{C9776080-6230-4AB8-AB28-4D6744DD01F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912000"/>
            <a:ext cx="0" cy="0"/>
          </a:xfrm>
          <a:prstGeom prst="rect">
            <a:avLst/>
          </a:prstGeom>
        </p:spPr>
        <p:txBody>
          <a:bodyPr/>
          <a:lstStyle>
            <a:lvl1pPr>
              <a:defRPr>
                <a:noFill/>
              </a:defRPr>
            </a:lvl1pPr>
          </a:lstStyle>
          <a:p>
            <a:r>
              <a:rPr lang="en-GB"/>
              <a:t>Date</a:t>
            </a:r>
            <a:endParaRPr lang="en-GB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2B7FFAE6-D148-4A15-9DFC-7D71B82020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912000"/>
            <a:ext cx="0" cy="0"/>
          </a:xfrm>
        </p:spPr>
        <p:txBody>
          <a:bodyPr/>
          <a:lstStyle>
            <a:lvl1pPr>
              <a:defRPr>
                <a:noFill/>
              </a:defRPr>
            </a:lvl1pPr>
          </a:lstStyle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3125B57E-AFC7-4517-B327-461DB01D28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flipV="1">
            <a:off x="0" y="6912000"/>
            <a:ext cx="0" cy="0"/>
          </a:xfrm>
        </p:spPr>
        <p:txBody>
          <a:bodyPr/>
          <a:lstStyle>
            <a:lvl1pPr>
              <a:defRPr>
                <a:noFill/>
              </a:defRPr>
            </a:lvl1pPr>
          </a:lstStyle>
          <a:p>
            <a:fld id="{24C8C45C-947F-4981-8B3F-4F32E973C901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0" name="Logo color">
            <a:extLst>
              <a:ext uri="{FF2B5EF4-FFF2-40B4-BE49-F238E27FC236}">
                <a16:creationId xmlns:a16="http://schemas.microsoft.com/office/drawing/2014/main" id="{B0EE486B-843B-49D6-90AE-5093AB56E30F}"/>
              </a:ext>
            </a:extLst>
          </p:cNvPr>
          <p:cNvSpPr>
            <a:spLocks noChangeAspect="1"/>
          </p:cNvSpPr>
          <p:nvPr userDrawn="1">
            <p:custDataLst>
              <p:tags r:id="rId1"/>
            </p:custDataLst>
          </p:nvPr>
        </p:nvSpPr>
        <p:spPr bwMode="auto">
          <a:xfrm>
            <a:off x="4870539" y="1651373"/>
            <a:ext cx="2388323" cy="3483354"/>
          </a:xfrm>
          <a:custGeom>
            <a:avLst/>
            <a:gdLst>
              <a:gd name="connsiteX0" fmla="*/ 1050029 w 4933949"/>
              <a:gd name="connsiteY0" fmla="*/ 6094413 h 7196138"/>
              <a:gd name="connsiteX1" fmla="*/ 3883920 w 4933949"/>
              <a:gd name="connsiteY1" fmla="*/ 6094413 h 7196138"/>
              <a:gd name="connsiteX2" fmla="*/ 4933949 w 4933949"/>
              <a:gd name="connsiteY2" fmla="*/ 6645934 h 7196138"/>
              <a:gd name="connsiteX3" fmla="*/ 3883920 w 4933949"/>
              <a:gd name="connsiteY3" fmla="*/ 7196138 h 7196138"/>
              <a:gd name="connsiteX4" fmla="*/ 1050029 w 4933949"/>
              <a:gd name="connsiteY4" fmla="*/ 7196138 h 7196138"/>
              <a:gd name="connsiteX5" fmla="*/ 0 w 4933949"/>
              <a:gd name="connsiteY5" fmla="*/ 6645934 h 7196138"/>
              <a:gd name="connsiteX6" fmla="*/ 1050029 w 4933949"/>
              <a:gd name="connsiteY6" fmla="*/ 6094413 h 7196138"/>
              <a:gd name="connsiteX7" fmla="*/ 1050029 w 4933949"/>
              <a:gd name="connsiteY7" fmla="*/ 4730750 h 7196138"/>
              <a:gd name="connsiteX8" fmla="*/ 3883920 w 4933949"/>
              <a:gd name="connsiteY8" fmla="*/ 4730750 h 7196138"/>
              <a:gd name="connsiteX9" fmla="*/ 4933949 w 4933949"/>
              <a:gd name="connsiteY9" fmla="*/ 5283066 h 7196138"/>
              <a:gd name="connsiteX10" fmla="*/ 3883920 w 4933949"/>
              <a:gd name="connsiteY10" fmla="*/ 5834063 h 7196138"/>
              <a:gd name="connsiteX11" fmla="*/ 1050029 w 4933949"/>
              <a:gd name="connsiteY11" fmla="*/ 5834063 h 7196138"/>
              <a:gd name="connsiteX12" fmla="*/ 0 w 4933949"/>
              <a:gd name="connsiteY12" fmla="*/ 5283066 h 7196138"/>
              <a:gd name="connsiteX13" fmla="*/ 1050029 w 4933949"/>
              <a:gd name="connsiteY13" fmla="*/ 4730750 h 7196138"/>
              <a:gd name="connsiteX14" fmla="*/ 1050029 w 4933949"/>
              <a:gd name="connsiteY14" fmla="*/ 3368675 h 7196138"/>
              <a:gd name="connsiteX15" fmla="*/ 3883920 w 4933949"/>
              <a:gd name="connsiteY15" fmla="*/ 3368675 h 7196138"/>
              <a:gd name="connsiteX16" fmla="*/ 4933949 w 4933949"/>
              <a:gd name="connsiteY16" fmla="*/ 3920991 h 7196138"/>
              <a:gd name="connsiteX17" fmla="*/ 3883920 w 4933949"/>
              <a:gd name="connsiteY17" fmla="*/ 4471988 h 7196138"/>
              <a:gd name="connsiteX18" fmla="*/ 1050029 w 4933949"/>
              <a:gd name="connsiteY18" fmla="*/ 4471988 h 7196138"/>
              <a:gd name="connsiteX19" fmla="*/ 0 w 4933949"/>
              <a:gd name="connsiteY19" fmla="*/ 3920991 h 7196138"/>
              <a:gd name="connsiteX20" fmla="*/ 1050029 w 4933949"/>
              <a:gd name="connsiteY20" fmla="*/ 3368675 h 7196138"/>
              <a:gd name="connsiteX21" fmla="*/ 678543 w 4933949"/>
              <a:gd name="connsiteY21" fmla="*/ 305710 h 7196138"/>
              <a:gd name="connsiteX22" fmla="*/ 678543 w 4933949"/>
              <a:gd name="connsiteY22" fmla="*/ 2307316 h 7196138"/>
              <a:gd name="connsiteX23" fmla="*/ 909109 w 4933949"/>
              <a:gd name="connsiteY23" fmla="*/ 2307316 h 7196138"/>
              <a:gd name="connsiteX24" fmla="*/ 1119911 w 4933949"/>
              <a:gd name="connsiteY24" fmla="*/ 2234842 h 7196138"/>
              <a:gd name="connsiteX25" fmla="*/ 1198962 w 4933949"/>
              <a:gd name="connsiteY25" fmla="*/ 1615517 h 7196138"/>
              <a:gd name="connsiteX26" fmla="*/ 1198962 w 4933949"/>
              <a:gd name="connsiteY26" fmla="*/ 996191 h 7196138"/>
              <a:gd name="connsiteX27" fmla="*/ 1119911 w 4933949"/>
              <a:gd name="connsiteY27" fmla="*/ 378184 h 7196138"/>
              <a:gd name="connsiteX28" fmla="*/ 909109 w 4933949"/>
              <a:gd name="connsiteY28" fmla="*/ 305710 h 7196138"/>
              <a:gd name="connsiteX29" fmla="*/ 678543 w 4933949"/>
              <a:gd name="connsiteY29" fmla="*/ 305710 h 7196138"/>
              <a:gd name="connsiteX30" fmla="*/ 1842869 w 4933949"/>
              <a:gd name="connsiteY30" fmla="*/ 0 h 7196138"/>
              <a:gd name="connsiteX31" fmla="*/ 3073618 w 4933949"/>
              <a:gd name="connsiteY31" fmla="*/ 0 h 7196138"/>
              <a:gd name="connsiteX32" fmla="*/ 3114467 w 4933949"/>
              <a:gd name="connsiteY32" fmla="*/ 14495 h 7196138"/>
              <a:gd name="connsiteX33" fmla="*/ 3128962 w 4933949"/>
              <a:gd name="connsiteY33" fmla="*/ 54027 h 7196138"/>
              <a:gd name="connsiteX34" fmla="*/ 3128962 w 4933949"/>
              <a:gd name="connsiteY34" fmla="*/ 275402 h 7196138"/>
              <a:gd name="connsiteX35" fmla="*/ 3114467 w 4933949"/>
              <a:gd name="connsiteY35" fmla="*/ 314934 h 7196138"/>
              <a:gd name="connsiteX36" fmla="*/ 3073618 w 4933949"/>
              <a:gd name="connsiteY36" fmla="*/ 329429 h 7196138"/>
              <a:gd name="connsiteX37" fmla="*/ 2679620 w 4933949"/>
              <a:gd name="connsiteY37" fmla="*/ 329429 h 7196138"/>
              <a:gd name="connsiteX38" fmla="*/ 2679620 w 4933949"/>
              <a:gd name="connsiteY38" fmla="*/ 2558999 h 7196138"/>
              <a:gd name="connsiteX39" fmla="*/ 2665125 w 4933949"/>
              <a:gd name="connsiteY39" fmla="*/ 2598530 h 7196138"/>
              <a:gd name="connsiteX40" fmla="*/ 2625594 w 4933949"/>
              <a:gd name="connsiteY40" fmla="*/ 2613025 h 7196138"/>
              <a:gd name="connsiteX41" fmla="*/ 2290893 w 4933949"/>
              <a:gd name="connsiteY41" fmla="*/ 2613025 h 7196138"/>
              <a:gd name="connsiteX42" fmla="*/ 2250044 w 4933949"/>
              <a:gd name="connsiteY42" fmla="*/ 2598530 h 7196138"/>
              <a:gd name="connsiteX43" fmla="*/ 2235549 w 4933949"/>
              <a:gd name="connsiteY43" fmla="*/ 2558999 h 7196138"/>
              <a:gd name="connsiteX44" fmla="*/ 2235549 w 4933949"/>
              <a:gd name="connsiteY44" fmla="*/ 329429 h 7196138"/>
              <a:gd name="connsiteX45" fmla="*/ 1842869 w 4933949"/>
              <a:gd name="connsiteY45" fmla="*/ 329429 h 7196138"/>
              <a:gd name="connsiteX46" fmla="*/ 1802020 w 4933949"/>
              <a:gd name="connsiteY46" fmla="*/ 314934 h 7196138"/>
              <a:gd name="connsiteX47" fmla="*/ 1787525 w 4933949"/>
              <a:gd name="connsiteY47" fmla="*/ 275402 h 7196138"/>
              <a:gd name="connsiteX48" fmla="*/ 1787525 w 4933949"/>
              <a:gd name="connsiteY48" fmla="*/ 54027 h 7196138"/>
              <a:gd name="connsiteX49" fmla="*/ 1802020 w 4933949"/>
              <a:gd name="connsiteY49" fmla="*/ 14495 h 7196138"/>
              <a:gd name="connsiteX50" fmla="*/ 1842869 w 4933949"/>
              <a:gd name="connsiteY50" fmla="*/ 0 h 7196138"/>
              <a:gd name="connsiteX51" fmla="*/ 317544 w 4933949"/>
              <a:gd name="connsiteY51" fmla="*/ 0 h 7196138"/>
              <a:gd name="connsiteX52" fmla="*/ 972349 w 4933949"/>
              <a:gd name="connsiteY52" fmla="*/ 0 h 7196138"/>
              <a:gd name="connsiteX53" fmla="*/ 1476958 w 4933949"/>
              <a:gd name="connsiteY53" fmla="*/ 179209 h 7196138"/>
              <a:gd name="connsiteX54" fmla="*/ 1619250 w 4933949"/>
              <a:gd name="connsiteY54" fmla="*/ 1025181 h 7196138"/>
              <a:gd name="connsiteX55" fmla="*/ 1619250 w 4933949"/>
              <a:gd name="connsiteY55" fmla="*/ 1587845 h 7196138"/>
              <a:gd name="connsiteX56" fmla="*/ 1476958 w 4933949"/>
              <a:gd name="connsiteY56" fmla="*/ 2433816 h 7196138"/>
              <a:gd name="connsiteX57" fmla="*/ 972349 w 4933949"/>
              <a:gd name="connsiteY57" fmla="*/ 2613025 h 7196138"/>
              <a:gd name="connsiteX58" fmla="*/ 317544 w 4933949"/>
              <a:gd name="connsiteY58" fmla="*/ 2613025 h 7196138"/>
              <a:gd name="connsiteX59" fmla="*/ 278018 w 4933949"/>
              <a:gd name="connsiteY59" fmla="*/ 2598530 h 7196138"/>
              <a:gd name="connsiteX60" fmla="*/ 263525 w 4933949"/>
              <a:gd name="connsiteY60" fmla="*/ 2558999 h 7196138"/>
              <a:gd name="connsiteX61" fmla="*/ 263525 w 4933949"/>
              <a:gd name="connsiteY61" fmla="*/ 54027 h 7196138"/>
              <a:gd name="connsiteX62" fmla="*/ 278018 w 4933949"/>
              <a:gd name="connsiteY62" fmla="*/ 14495 h 7196138"/>
              <a:gd name="connsiteX63" fmla="*/ 317544 w 4933949"/>
              <a:gd name="connsiteY63" fmla="*/ 0 h 7196138"/>
              <a:gd name="connsiteX64" fmla="*/ 3359213 w 4933949"/>
              <a:gd name="connsiteY64" fmla="*/ 0 h 7196138"/>
              <a:gd name="connsiteX65" fmla="*/ 3664991 w 4933949"/>
              <a:gd name="connsiteY65" fmla="*/ 0 h 7196138"/>
              <a:gd name="connsiteX66" fmla="*/ 3705850 w 4933949"/>
              <a:gd name="connsiteY66" fmla="*/ 14497 h 7196138"/>
              <a:gd name="connsiteX67" fmla="*/ 3720348 w 4933949"/>
              <a:gd name="connsiteY67" fmla="*/ 54035 h 7196138"/>
              <a:gd name="connsiteX68" fmla="*/ 3720348 w 4933949"/>
              <a:gd name="connsiteY68" fmla="*/ 1903062 h 7196138"/>
              <a:gd name="connsiteX69" fmla="*/ 3798111 w 4933949"/>
              <a:gd name="connsiteY69" fmla="*/ 2279984 h 7196138"/>
              <a:gd name="connsiteX70" fmla="*/ 3976042 w 4933949"/>
              <a:gd name="connsiteY70" fmla="*/ 2349833 h 7196138"/>
              <a:gd name="connsiteX71" fmla="*/ 4163200 w 4933949"/>
              <a:gd name="connsiteY71" fmla="*/ 2279984 h 7196138"/>
              <a:gd name="connsiteX72" fmla="*/ 4240963 w 4933949"/>
              <a:gd name="connsiteY72" fmla="*/ 1903062 h 7196138"/>
              <a:gd name="connsiteX73" fmla="*/ 4240963 w 4933949"/>
              <a:gd name="connsiteY73" fmla="*/ 54035 h 7196138"/>
              <a:gd name="connsiteX74" fmla="*/ 4255461 w 4933949"/>
              <a:gd name="connsiteY74" fmla="*/ 14497 h 7196138"/>
              <a:gd name="connsiteX75" fmla="*/ 4295001 w 4933949"/>
              <a:gd name="connsiteY75" fmla="*/ 0 h 7196138"/>
              <a:gd name="connsiteX76" fmla="*/ 4602098 w 4933949"/>
              <a:gd name="connsiteY76" fmla="*/ 0 h 7196138"/>
              <a:gd name="connsiteX77" fmla="*/ 4641638 w 4933949"/>
              <a:gd name="connsiteY77" fmla="*/ 14497 h 7196138"/>
              <a:gd name="connsiteX78" fmla="*/ 4656136 w 4933949"/>
              <a:gd name="connsiteY78" fmla="*/ 54035 h 7196138"/>
              <a:gd name="connsiteX79" fmla="*/ 4656136 w 4933949"/>
              <a:gd name="connsiteY79" fmla="*/ 1904380 h 7196138"/>
              <a:gd name="connsiteX80" fmla="*/ 4507201 w 4933949"/>
              <a:gd name="connsiteY80" fmla="*/ 2459220 h 7196138"/>
              <a:gd name="connsiteX81" fmla="*/ 3981314 w 4933949"/>
              <a:gd name="connsiteY81" fmla="*/ 2646363 h 7196138"/>
              <a:gd name="connsiteX82" fmla="*/ 3447519 w 4933949"/>
              <a:gd name="connsiteY82" fmla="*/ 2459220 h 7196138"/>
              <a:gd name="connsiteX83" fmla="*/ 3305174 w 4933949"/>
              <a:gd name="connsiteY83" fmla="*/ 1904380 h 7196138"/>
              <a:gd name="connsiteX84" fmla="*/ 3305174 w 4933949"/>
              <a:gd name="connsiteY84" fmla="*/ 54035 h 7196138"/>
              <a:gd name="connsiteX85" fmla="*/ 3318354 w 4933949"/>
              <a:gd name="connsiteY85" fmla="*/ 14497 h 7196138"/>
              <a:gd name="connsiteX86" fmla="*/ 3359213 w 4933949"/>
              <a:gd name="connsiteY86" fmla="*/ 0 h 719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4933949" h="7196138">
                <a:moveTo>
                  <a:pt x="1050029" y="6094413"/>
                </a:moveTo>
                <a:cubicBezTo>
                  <a:pt x="2409664" y="6623557"/>
                  <a:pt x="2524285" y="6623557"/>
                  <a:pt x="3883920" y="6094413"/>
                </a:cubicBezTo>
                <a:cubicBezTo>
                  <a:pt x="3883920" y="6094413"/>
                  <a:pt x="3883920" y="6094413"/>
                  <a:pt x="4933949" y="6645934"/>
                </a:cubicBezTo>
                <a:cubicBezTo>
                  <a:pt x="4933949" y="6645934"/>
                  <a:pt x="4933949" y="6645934"/>
                  <a:pt x="3883920" y="7196138"/>
                </a:cubicBezTo>
                <a:cubicBezTo>
                  <a:pt x="2524285" y="6668311"/>
                  <a:pt x="2409664" y="6668311"/>
                  <a:pt x="1050029" y="7196138"/>
                </a:cubicBezTo>
                <a:cubicBezTo>
                  <a:pt x="1050029" y="7196138"/>
                  <a:pt x="1050029" y="7196138"/>
                  <a:pt x="0" y="6645934"/>
                </a:cubicBezTo>
                <a:cubicBezTo>
                  <a:pt x="0" y="6645934"/>
                  <a:pt x="0" y="6645934"/>
                  <a:pt x="1050029" y="6094413"/>
                </a:cubicBezTo>
                <a:close/>
                <a:moveTo>
                  <a:pt x="1050029" y="4730750"/>
                </a:moveTo>
                <a:cubicBezTo>
                  <a:pt x="2409664" y="5260657"/>
                  <a:pt x="2524285" y="5260657"/>
                  <a:pt x="3883920" y="4730750"/>
                </a:cubicBezTo>
                <a:cubicBezTo>
                  <a:pt x="3883920" y="4730750"/>
                  <a:pt x="3883920" y="4730750"/>
                  <a:pt x="4933949" y="5283066"/>
                </a:cubicBezTo>
                <a:cubicBezTo>
                  <a:pt x="4933949" y="5283066"/>
                  <a:pt x="4933949" y="5283066"/>
                  <a:pt x="3883920" y="5834063"/>
                </a:cubicBezTo>
                <a:cubicBezTo>
                  <a:pt x="2524285" y="5305475"/>
                  <a:pt x="2409664" y="5305475"/>
                  <a:pt x="1050029" y="5834063"/>
                </a:cubicBezTo>
                <a:cubicBezTo>
                  <a:pt x="1050029" y="5834063"/>
                  <a:pt x="1050029" y="5834063"/>
                  <a:pt x="0" y="5283066"/>
                </a:cubicBezTo>
                <a:cubicBezTo>
                  <a:pt x="0" y="5283066"/>
                  <a:pt x="0" y="5283066"/>
                  <a:pt x="1050029" y="4730750"/>
                </a:cubicBezTo>
                <a:close/>
                <a:moveTo>
                  <a:pt x="1050029" y="3368675"/>
                </a:moveTo>
                <a:cubicBezTo>
                  <a:pt x="2409664" y="3898582"/>
                  <a:pt x="2524285" y="3898582"/>
                  <a:pt x="3883920" y="3368675"/>
                </a:cubicBezTo>
                <a:cubicBezTo>
                  <a:pt x="3883920" y="3368675"/>
                  <a:pt x="3883920" y="3368675"/>
                  <a:pt x="4933949" y="3920991"/>
                </a:cubicBezTo>
                <a:cubicBezTo>
                  <a:pt x="4933949" y="3920991"/>
                  <a:pt x="4933949" y="3920991"/>
                  <a:pt x="3883920" y="4471988"/>
                </a:cubicBezTo>
                <a:cubicBezTo>
                  <a:pt x="2524285" y="3943400"/>
                  <a:pt x="2409664" y="3943400"/>
                  <a:pt x="1050029" y="4471988"/>
                </a:cubicBezTo>
                <a:cubicBezTo>
                  <a:pt x="1050029" y="4471988"/>
                  <a:pt x="1050029" y="4471988"/>
                  <a:pt x="0" y="3920991"/>
                </a:cubicBezTo>
                <a:cubicBezTo>
                  <a:pt x="0" y="3920991"/>
                  <a:pt x="0" y="3920991"/>
                  <a:pt x="1050029" y="3368675"/>
                </a:cubicBezTo>
                <a:close/>
                <a:moveTo>
                  <a:pt x="678543" y="305710"/>
                </a:moveTo>
                <a:lnTo>
                  <a:pt x="678543" y="2307316"/>
                </a:lnTo>
                <a:cubicBezTo>
                  <a:pt x="678543" y="2307316"/>
                  <a:pt x="678543" y="2307316"/>
                  <a:pt x="909109" y="2307316"/>
                </a:cubicBezTo>
                <a:cubicBezTo>
                  <a:pt x="1011875" y="2307316"/>
                  <a:pt x="1072481" y="2291503"/>
                  <a:pt x="1119911" y="2234842"/>
                </a:cubicBezTo>
                <a:cubicBezTo>
                  <a:pt x="1192375" y="2147873"/>
                  <a:pt x="1198962" y="1971299"/>
                  <a:pt x="1198962" y="1615517"/>
                </a:cubicBezTo>
                <a:cubicBezTo>
                  <a:pt x="1198962" y="1615517"/>
                  <a:pt x="1198962" y="1615517"/>
                  <a:pt x="1198962" y="996191"/>
                </a:cubicBezTo>
                <a:cubicBezTo>
                  <a:pt x="1198962" y="641727"/>
                  <a:pt x="1192375" y="465153"/>
                  <a:pt x="1119911" y="378184"/>
                </a:cubicBezTo>
                <a:cubicBezTo>
                  <a:pt x="1072481" y="321522"/>
                  <a:pt x="1011875" y="305710"/>
                  <a:pt x="909109" y="305710"/>
                </a:cubicBezTo>
                <a:cubicBezTo>
                  <a:pt x="909109" y="305710"/>
                  <a:pt x="909109" y="305710"/>
                  <a:pt x="678543" y="305710"/>
                </a:cubicBezTo>
                <a:close/>
                <a:moveTo>
                  <a:pt x="1842869" y="0"/>
                </a:moveTo>
                <a:cubicBezTo>
                  <a:pt x="1842869" y="0"/>
                  <a:pt x="1842869" y="0"/>
                  <a:pt x="3073618" y="0"/>
                </a:cubicBezTo>
                <a:cubicBezTo>
                  <a:pt x="3093384" y="0"/>
                  <a:pt x="3105243" y="5271"/>
                  <a:pt x="3114467" y="14495"/>
                </a:cubicBezTo>
                <a:cubicBezTo>
                  <a:pt x="3122374" y="22401"/>
                  <a:pt x="3128962" y="34261"/>
                  <a:pt x="3128962" y="54027"/>
                </a:cubicBezTo>
                <a:cubicBezTo>
                  <a:pt x="3128962" y="54027"/>
                  <a:pt x="3128962" y="54027"/>
                  <a:pt x="3128962" y="275402"/>
                </a:cubicBezTo>
                <a:cubicBezTo>
                  <a:pt x="3128962" y="295168"/>
                  <a:pt x="3122374" y="307028"/>
                  <a:pt x="3114467" y="314934"/>
                </a:cubicBezTo>
                <a:cubicBezTo>
                  <a:pt x="3105243" y="324158"/>
                  <a:pt x="3093384" y="329429"/>
                  <a:pt x="3073618" y="329429"/>
                </a:cubicBezTo>
                <a:cubicBezTo>
                  <a:pt x="3073618" y="329429"/>
                  <a:pt x="3073618" y="329429"/>
                  <a:pt x="2679620" y="329429"/>
                </a:cubicBezTo>
                <a:cubicBezTo>
                  <a:pt x="2679620" y="329429"/>
                  <a:pt x="2679620" y="329429"/>
                  <a:pt x="2679620" y="2558999"/>
                </a:cubicBezTo>
                <a:cubicBezTo>
                  <a:pt x="2679620" y="2578765"/>
                  <a:pt x="2674349" y="2590624"/>
                  <a:pt x="2665125" y="2598530"/>
                </a:cubicBezTo>
                <a:cubicBezTo>
                  <a:pt x="2657219" y="2607755"/>
                  <a:pt x="2645360" y="2613025"/>
                  <a:pt x="2625594" y="2613025"/>
                </a:cubicBezTo>
                <a:cubicBezTo>
                  <a:pt x="2625594" y="2613025"/>
                  <a:pt x="2625594" y="2613025"/>
                  <a:pt x="2290893" y="2613025"/>
                </a:cubicBezTo>
                <a:cubicBezTo>
                  <a:pt x="2271128" y="2613025"/>
                  <a:pt x="2259268" y="2607755"/>
                  <a:pt x="2250044" y="2598530"/>
                </a:cubicBezTo>
                <a:cubicBezTo>
                  <a:pt x="2240820" y="2590624"/>
                  <a:pt x="2235549" y="2578765"/>
                  <a:pt x="2235549" y="2558999"/>
                </a:cubicBezTo>
                <a:cubicBezTo>
                  <a:pt x="2235549" y="2558999"/>
                  <a:pt x="2235549" y="2558999"/>
                  <a:pt x="2235549" y="329429"/>
                </a:cubicBezTo>
                <a:cubicBezTo>
                  <a:pt x="2235549" y="329429"/>
                  <a:pt x="2235549" y="329429"/>
                  <a:pt x="1842869" y="329429"/>
                </a:cubicBezTo>
                <a:cubicBezTo>
                  <a:pt x="1823104" y="329429"/>
                  <a:pt x="1811244" y="324158"/>
                  <a:pt x="1802020" y="314934"/>
                </a:cubicBezTo>
                <a:cubicBezTo>
                  <a:pt x="1792796" y="307028"/>
                  <a:pt x="1787525" y="295168"/>
                  <a:pt x="1787525" y="275402"/>
                </a:cubicBezTo>
                <a:cubicBezTo>
                  <a:pt x="1787525" y="275402"/>
                  <a:pt x="1787525" y="275402"/>
                  <a:pt x="1787525" y="54027"/>
                </a:cubicBezTo>
                <a:cubicBezTo>
                  <a:pt x="1787525" y="34261"/>
                  <a:pt x="1792796" y="22401"/>
                  <a:pt x="1802020" y="14495"/>
                </a:cubicBezTo>
                <a:cubicBezTo>
                  <a:pt x="1811244" y="5271"/>
                  <a:pt x="1823104" y="0"/>
                  <a:pt x="1842869" y="0"/>
                </a:cubicBezTo>
                <a:close/>
                <a:moveTo>
                  <a:pt x="317544" y="0"/>
                </a:moveTo>
                <a:cubicBezTo>
                  <a:pt x="317544" y="0"/>
                  <a:pt x="317544" y="0"/>
                  <a:pt x="972349" y="0"/>
                </a:cubicBezTo>
                <a:cubicBezTo>
                  <a:pt x="1226630" y="0"/>
                  <a:pt x="1382097" y="57980"/>
                  <a:pt x="1476958" y="179209"/>
                </a:cubicBezTo>
                <a:cubicBezTo>
                  <a:pt x="1615298" y="345241"/>
                  <a:pt x="1619250" y="614055"/>
                  <a:pt x="1619250" y="1025181"/>
                </a:cubicBezTo>
                <a:cubicBezTo>
                  <a:pt x="1619250" y="1025181"/>
                  <a:pt x="1619250" y="1025181"/>
                  <a:pt x="1619250" y="1587845"/>
                </a:cubicBezTo>
                <a:cubicBezTo>
                  <a:pt x="1619250" y="1998971"/>
                  <a:pt x="1615298" y="2267784"/>
                  <a:pt x="1476958" y="2433816"/>
                </a:cubicBezTo>
                <a:cubicBezTo>
                  <a:pt x="1382097" y="2555046"/>
                  <a:pt x="1226630" y="2613025"/>
                  <a:pt x="972349" y="2613025"/>
                </a:cubicBezTo>
                <a:cubicBezTo>
                  <a:pt x="972349" y="2613025"/>
                  <a:pt x="972349" y="2613025"/>
                  <a:pt x="317544" y="2613025"/>
                </a:cubicBezTo>
                <a:cubicBezTo>
                  <a:pt x="297781" y="2613025"/>
                  <a:pt x="285923" y="2607755"/>
                  <a:pt x="278018" y="2598530"/>
                </a:cubicBezTo>
                <a:cubicBezTo>
                  <a:pt x="268795" y="2590624"/>
                  <a:pt x="263525" y="2578765"/>
                  <a:pt x="263525" y="2558999"/>
                </a:cubicBezTo>
                <a:cubicBezTo>
                  <a:pt x="263525" y="2558999"/>
                  <a:pt x="263525" y="2558999"/>
                  <a:pt x="263525" y="54027"/>
                </a:cubicBezTo>
                <a:cubicBezTo>
                  <a:pt x="263525" y="34261"/>
                  <a:pt x="268795" y="22401"/>
                  <a:pt x="278018" y="14495"/>
                </a:cubicBezTo>
                <a:cubicBezTo>
                  <a:pt x="285923" y="5271"/>
                  <a:pt x="297781" y="0"/>
                  <a:pt x="317544" y="0"/>
                </a:cubicBezTo>
                <a:close/>
                <a:moveTo>
                  <a:pt x="3359213" y="0"/>
                </a:moveTo>
                <a:cubicBezTo>
                  <a:pt x="3359213" y="0"/>
                  <a:pt x="3359213" y="0"/>
                  <a:pt x="3664991" y="0"/>
                </a:cubicBezTo>
                <a:cubicBezTo>
                  <a:pt x="3684762" y="0"/>
                  <a:pt x="3696624" y="5272"/>
                  <a:pt x="3705850" y="14497"/>
                </a:cubicBezTo>
                <a:cubicBezTo>
                  <a:pt x="3715076" y="22405"/>
                  <a:pt x="3720348" y="34266"/>
                  <a:pt x="3720348" y="54035"/>
                </a:cubicBezTo>
                <a:cubicBezTo>
                  <a:pt x="3720348" y="54035"/>
                  <a:pt x="3720348" y="54035"/>
                  <a:pt x="3720348" y="1903062"/>
                </a:cubicBezTo>
                <a:cubicBezTo>
                  <a:pt x="3720348" y="2103384"/>
                  <a:pt x="3738800" y="2214089"/>
                  <a:pt x="3798111" y="2279984"/>
                </a:cubicBezTo>
                <a:cubicBezTo>
                  <a:pt x="3841605" y="2328747"/>
                  <a:pt x="3899597" y="2349833"/>
                  <a:pt x="3976042" y="2349833"/>
                </a:cubicBezTo>
                <a:cubicBezTo>
                  <a:pt x="4060395" y="2349833"/>
                  <a:pt x="4121023" y="2326111"/>
                  <a:pt x="4163200" y="2279984"/>
                </a:cubicBezTo>
                <a:cubicBezTo>
                  <a:pt x="4226464" y="2211453"/>
                  <a:pt x="4240963" y="2096795"/>
                  <a:pt x="4240963" y="1903062"/>
                </a:cubicBezTo>
                <a:cubicBezTo>
                  <a:pt x="4240963" y="1903062"/>
                  <a:pt x="4240963" y="1903062"/>
                  <a:pt x="4240963" y="54035"/>
                </a:cubicBezTo>
                <a:cubicBezTo>
                  <a:pt x="4240963" y="34266"/>
                  <a:pt x="4246235" y="22405"/>
                  <a:pt x="4255461" y="14497"/>
                </a:cubicBezTo>
                <a:cubicBezTo>
                  <a:pt x="4263369" y="5272"/>
                  <a:pt x="4276549" y="0"/>
                  <a:pt x="4295001" y="0"/>
                </a:cubicBezTo>
                <a:cubicBezTo>
                  <a:pt x="4295001" y="0"/>
                  <a:pt x="4295001" y="0"/>
                  <a:pt x="4602098" y="0"/>
                </a:cubicBezTo>
                <a:cubicBezTo>
                  <a:pt x="4621868" y="0"/>
                  <a:pt x="4633730" y="5272"/>
                  <a:pt x="4641638" y="14497"/>
                </a:cubicBezTo>
                <a:cubicBezTo>
                  <a:pt x="4650864" y="22405"/>
                  <a:pt x="4656136" y="34266"/>
                  <a:pt x="4656136" y="54035"/>
                </a:cubicBezTo>
                <a:cubicBezTo>
                  <a:pt x="4656136" y="54035"/>
                  <a:pt x="4656136" y="54035"/>
                  <a:pt x="4656136" y="1904380"/>
                </a:cubicBezTo>
                <a:cubicBezTo>
                  <a:pt x="4656136" y="2153465"/>
                  <a:pt x="4627140" y="2319521"/>
                  <a:pt x="4507201" y="2459220"/>
                </a:cubicBezTo>
                <a:cubicBezTo>
                  <a:pt x="4405714" y="2577832"/>
                  <a:pt x="4239645" y="2646363"/>
                  <a:pt x="3981314" y="2646363"/>
                </a:cubicBezTo>
                <a:cubicBezTo>
                  <a:pt x="3726938" y="2646363"/>
                  <a:pt x="3559550" y="2581786"/>
                  <a:pt x="3447519" y="2459220"/>
                </a:cubicBezTo>
                <a:cubicBezTo>
                  <a:pt x="3340760" y="2341926"/>
                  <a:pt x="3305174" y="2173233"/>
                  <a:pt x="3305174" y="1904380"/>
                </a:cubicBezTo>
                <a:cubicBezTo>
                  <a:pt x="3305174" y="1904380"/>
                  <a:pt x="3305174" y="1904380"/>
                  <a:pt x="3305174" y="54035"/>
                </a:cubicBezTo>
                <a:cubicBezTo>
                  <a:pt x="3305174" y="34266"/>
                  <a:pt x="3310446" y="22405"/>
                  <a:pt x="3318354" y="14497"/>
                </a:cubicBezTo>
                <a:cubicBezTo>
                  <a:pt x="3327580" y="5272"/>
                  <a:pt x="3339442" y="0"/>
                  <a:pt x="3359213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217861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/Pause B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ackground">
            <a:extLst>
              <a:ext uri="{FF2B5EF4-FFF2-40B4-BE49-F238E27FC236}">
                <a16:creationId xmlns:a16="http://schemas.microsoft.com/office/drawing/2014/main" id="{A3420087-96DF-432F-B192-585D42BF6A4E}"/>
              </a:ext>
            </a:extLst>
          </p:cNvPr>
          <p:cNvSpPr/>
          <p:nvPr userDrawn="1"/>
        </p:nvSpPr>
        <p:spPr bwMode="auto">
          <a:xfrm>
            <a:off x="0" y="0"/>
            <a:ext cx="12193200" cy="6861600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ＭＳ Ｐゴシック" pitchFamily="-80" charset="-128"/>
            </a:endParaRPr>
          </a:p>
        </p:txBody>
      </p:sp>
      <p:sp>
        <p:nvSpPr>
          <p:cNvPr id="13" name="Logo color">
            <a:extLst>
              <a:ext uri="{FF2B5EF4-FFF2-40B4-BE49-F238E27FC236}">
                <a16:creationId xmlns:a16="http://schemas.microsoft.com/office/drawing/2014/main" id="{09BBEE10-6A59-474F-B766-7643F97F869F}"/>
              </a:ext>
            </a:extLst>
          </p:cNvPr>
          <p:cNvSpPr>
            <a:spLocks noChangeAspect="1"/>
          </p:cNvSpPr>
          <p:nvPr userDrawn="1">
            <p:custDataLst>
              <p:tags r:id="rId1"/>
            </p:custDataLst>
          </p:nvPr>
        </p:nvSpPr>
        <p:spPr bwMode="auto">
          <a:xfrm>
            <a:off x="4870539" y="1651373"/>
            <a:ext cx="2388323" cy="3483354"/>
          </a:xfrm>
          <a:custGeom>
            <a:avLst/>
            <a:gdLst>
              <a:gd name="connsiteX0" fmla="*/ 1050029 w 4933949"/>
              <a:gd name="connsiteY0" fmla="*/ 6094413 h 7196138"/>
              <a:gd name="connsiteX1" fmla="*/ 3883920 w 4933949"/>
              <a:gd name="connsiteY1" fmla="*/ 6094413 h 7196138"/>
              <a:gd name="connsiteX2" fmla="*/ 4933949 w 4933949"/>
              <a:gd name="connsiteY2" fmla="*/ 6645934 h 7196138"/>
              <a:gd name="connsiteX3" fmla="*/ 3883920 w 4933949"/>
              <a:gd name="connsiteY3" fmla="*/ 7196138 h 7196138"/>
              <a:gd name="connsiteX4" fmla="*/ 1050029 w 4933949"/>
              <a:gd name="connsiteY4" fmla="*/ 7196138 h 7196138"/>
              <a:gd name="connsiteX5" fmla="*/ 0 w 4933949"/>
              <a:gd name="connsiteY5" fmla="*/ 6645934 h 7196138"/>
              <a:gd name="connsiteX6" fmla="*/ 1050029 w 4933949"/>
              <a:gd name="connsiteY6" fmla="*/ 6094413 h 7196138"/>
              <a:gd name="connsiteX7" fmla="*/ 1050029 w 4933949"/>
              <a:gd name="connsiteY7" fmla="*/ 4730750 h 7196138"/>
              <a:gd name="connsiteX8" fmla="*/ 3883920 w 4933949"/>
              <a:gd name="connsiteY8" fmla="*/ 4730750 h 7196138"/>
              <a:gd name="connsiteX9" fmla="*/ 4933949 w 4933949"/>
              <a:gd name="connsiteY9" fmla="*/ 5283066 h 7196138"/>
              <a:gd name="connsiteX10" fmla="*/ 3883920 w 4933949"/>
              <a:gd name="connsiteY10" fmla="*/ 5834063 h 7196138"/>
              <a:gd name="connsiteX11" fmla="*/ 1050029 w 4933949"/>
              <a:gd name="connsiteY11" fmla="*/ 5834063 h 7196138"/>
              <a:gd name="connsiteX12" fmla="*/ 0 w 4933949"/>
              <a:gd name="connsiteY12" fmla="*/ 5283066 h 7196138"/>
              <a:gd name="connsiteX13" fmla="*/ 1050029 w 4933949"/>
              <a:gd name="connsiteY13" fmla="*/ 4730750 h 7196138"/>
              <a:gd name="connsiteX14" fmla="*/ 1050029 w 4933949"/>
              <a:gd name="connsiteY14" fmla="*/ 3368675 h 7196138"/>
              <a:gd name="connsiteX15" fmla="*/ 3883920 w 4933949"/>
              <a:gd name="connsiteY15" fmla="*/ 3368675 h 7196138"/>
              <a:gd name="connsiteX16" fmla="*/ 4933949 w 4933949"/>
              <a:gd name="connsiteY16" fmla="*/ 3920991 h 7196138"/>
              <a:gd name="connsiteX17" fmla="*/ 3883920 w 4933949"/>
              <a:gd name="connsiteY17" fmla="*/ 4471988 h 7196138"/>
              <a:gd name="connsiteX18" fmla="*/ 1050029 w 4933949"/>
              <a:gd name="connsiteY18" fmla="*/ 4471988 h 7196138"/>
              <a:gd name="connsiteX19" fmla="*/ 0 w 4933949"/>
              <a:gd name="connsiteY19" fmla="*/ 3920991 h 7196138"/>
              <a:gd name="connsiteX20" fmla="*/ 1050029 w 4933949"/>
              <a:gd name="connsiteY20" fmla="*/ 3368675 h 7196138"/>
              <a:gd name="connsiteX21" fmla="*/ 678543 w 4933949"/>
              <a:gd name="connsiteY21" fmla="*/ 305710 h 7196138"/>
              <a:gd name="connsiteX22" fmla="*/ 678543 w 4933949"/>
              <a:gd name="connsiteY22" fmla="*/ 2307316 h 7196138"/>
              <a:gd name="connsiteX23" fmla="*/ 909109 w 4933949"/>
              <a:gd name="connsiteY23" fmla="*/ 2307316 h 7196138"/>
              <a:gd name="connsiteX24" fmla="*/ 1119911 w 4933949"/>
              <a:gd name="connsiteY24" fmla="*/ 2234842 h 7196138"/>
              <a:gd name="connsiteX25" fmla="*/ 1198962 w 4933949"/>
              <a:gd name="connsiteY25" fmla="*/ 1615517 h 7196138"/>
              <a:gd name="connsiteX26" fmla="*/ 1198962 w 4933949"/>
              <a:gd name="connsiteY26" fmla="*/ 996191 h 7196138"/>
              <a:gd name="connsiteX27" fmla="*/ 1119911 w 4933949"/>
              <a:gd name="connsiteY27" fmla="*/ 378184 h 7196138"/>
              <a:gd name="connsiteX28" fmla="*/ 909109 w 4933949"/>
              <a:gd name="connsiteY28" fmla="*/ 305710 h 7196138"/>
              <a:gd name="connsiteX29" fmla="*/ 678543 w 4933949"/>
              <a:gd name="connsiteY29" fmla="*/ 305710 h 7196138"/>
              <a:gd name="connsiteX30" fmla="*/ 1842869 w 4933949"/>
              <a:gd name="connsiteY30" fmla="*/ 0 h 7196138"/>
              <a:gd name="connsiteX31" fmla="*/ 3073618 w 4933949"/>
              <a:gd name="connsiteY31" fmla="*/ 0 h 7196138"/>
              <a:gd name="connsiteX32" fmla="*/ 3114467 w 4933949"/>
              <a:gd name="connsiteY32" fmla="*/ 14495 h 7196138"/>
              <a:gd name="connsiteX33" fmla="*/ 3128962 w 4933949"/>
              <a:gd name="connsiteY33" fmla="*/ 54027 h 7196138"/>
              <a:gd name="connsiteX34" fmla="*/ 3128962 w 4933949"/>
              <a:gd name="connsiteY34" fmla="*/ 275402 h 7196138"/>
              <a:gd name="connsiteX35" fmla="*/ 3114467 w 4933949"/>
              <a:gd name="connsiteY35" fmla="*/ 314934 h 7196138"/>
              <a:gd name="connsiteX36" fmla="*/ 3073618 w 4933949"/>
              <a:gd name="connsiteY36" fmla="*/ 329429 h 7196138"/>
              <a:gd name="connsiteX37" fmla="*/ 2679620 w 4933949"/>
              <a:gd name="connsiteY37" fmla="*/ 329429 h 7196138"/>
              <a:gd name="connsiteX38" fmla="*/ 2679620 w 4933949"/>
              <a:gd name="connsiteY38" fmla="*/ 2558999 h 7196138"/>
              <a:gd name="connsiteX39" fmla="*/ 2665125 w 4933949"/>
              <a:gd name="connsiteY39" fmla="*/ 2598530 h 7196138"/>
              <a:gd name="connsiteX40" fmla="*/ 2625594 w 4933949"/>
              <a:gd name="connsiteY40" fmla="*/ 2613025 h 7196138"/>
              <a:gd name="connsiteX41" fmla="*/ 2290893 w 4933949"/>
              <a:gd name="connsiteY41" fmla="*/ 2613025 h 7196138"/>
              <a:gd name="connsiteX42" fmla="*/ 2250044 w 4933949"/>
              <a:gd name="connsiteY42" fmla="*/ 2598530 h 7196138"/>
              <a:gd name="connsiteX43" fmla="*/ 2235549 w 4933949"/>
              <a:gd name="connsiteY43" fmla="*/ 2558999 h 7196138"/>
              <a:gd name="connsiteX44" fmla="*/ 2235549 w 4933949"/>
              <a:gd name="connsiteY44" fmla="*/ 329429 h 7196138"/>
              <a:gd name="connsiteX45" fmla="*/ 1842869 w 4933949"/>
              <a:gd name="connsiteY45" fmla="*/ 329429 h 7196138"/>
              <a:gd name="connsiteX46" fmla="*/ 1802020 w 4933949"/>
              <a:gd name="connsiteY46" fmla="*/ 314934 h 7196138"/>
              <a:gd name="connsiteX47" fmla="*/ 1787525 w 4933949"/>
              <a:gd name="connsiteY47" fmla="*/ 275402 h 7196138"/>
              <a:gd name="connsiteX48" fmla="*/ 1787525 w 4933949"/>
              <a:gd name="connsiteY48" fmla="*/ 54027 h 7196138"/>
              <a:gd name="connsiteX49" fmla="*/ 1802020 w 4933949"/>
              <a:gd name="connsiteY49" fmla="*/ 14495 h 7196138"/>
              <a:gd name="connsiteX50" fmla="*/ 1842869 w 4933949"/>
              <a:gd name="connsiteY50" fmla="*/ 0 h 7196138"/>
              <a:gd name="connsiteX51" fmla="*/ 317544 w 4933949"/>
              <a:gd name="connsiteY51" fmla="*/ 0 h 7196138"/>
              <a:gd name="connsiteX52" fmla="*/ 972349 w 4933949"/>
              <a:gd name="connsiteY52" fmla="*/ 0 h 7196138"/>
              <a:gd name="connsiteX53" fmla="*/ 1476958 w 4933949"/>
              <a:gd name="connsiteY53" fmla="*/ 179209 h 7196138"/>
              <a:gd name="connsiteX54" fmla="*/ 1619250 w 4933949"/>
              <a:gd name="connsiteY54" fmla="*/ 1025181 h 7196138"/>
              <a:gd name="connsiteX55" fmla="*/ 1619250 w 4933949"/>
              <a:gd name="connsiteY55" fmla="*/ 1587845 h 7196138"/>
              <a:gd name="connsiteX56" fmla="*/ 1476958 w 4933949"/>
              <a:gd name="connsiteY56" fmla="*/ 2433816 h 7196138"/>
              <a:gd name="connsiteX57" fmla="*/ 972349 w 4933949"/>
              <a:gd name="connsiteY57" fmla="*/ 2613025 h 7196138"/>
              <a:gd name="connsiteX58" fmla="*/ 317544 w 4933949"/>
              <a:gd name="connsiteY58" fmla="*/ 2613025 h 7196138"/>
              <a:gd name="connsiteX59" fmla="*/ 278018 w 4933949"/>
              <a:gd name="connsiteY59" fmla="*/ 2598530 h 7196138"/>
              <a:gd name="connsiteX60" fmla="*/ 263525 w 4933949"/>
              <a:gd name="connsiteY60" fmla="*/ 2558999 h 7196138"/>
              <a:gd name="connsiteX61" fmla="*/ 263525 w 4933949"/>
              <a:gd name="connsiteY61" fmla="*/ 54027 h 7196138"/>
              <a:gd name="connsiteX62" fmla="*/ 278018 w 4933949"/>
              <a:gd name="connsiteY62" fmla="*/ 14495 h 7196138"/>
              <a:gd name="connsiteX63" fmla="*/ 317544 w 4933949"/>
              <a:gd name="connsiteY63" fmla="*/ 0 h 7196138"/>
              <a:gd name="connsiteX64" fmla="*/ 3359213 w 4933949"/>
              <a:gd name="connsiteY64" fmla="*/ 0 h 7196138"/>
              <a:gd name="connsiteX65" fmla="*/ 3664991 w 4933949"/>
              <a:gd name="connsiteY65" fmla="*/ 0 h 7196138"/>
              <a:gd name="connsiteX66" fmla="*/ 3705850 w 4933949"/>
              <a:gd name="connsiteY66" fmla="*/ 14497 h 7196138"/>
              <a:gd name="connsiteX67" fmla="*/ 3720348 w 4933949"/>
              <a:gd name="connsiteY67" fmla="*/ 54035 h 7196138"/>
              <a:gd name="connsiteX68" fmla="*/ 3720348 w 4933949"/>
              <a:gd name="connsiteY68" fmla="*/ 1903062 h 7196138"/>
              <a:gd name="connsiteX69" fmla="*/ 3798111 w 4933949"/>
              <a:gd name="connsiteY69" fmla="*/ 2279984 h 7196138"/>
              <a:gd name="connsiteX70" fmla="*/ 3976042 w 4933949"/>
              <a:gd name="connsiteY70" fmla="*/ 2349833 h 7196138"/>
              <a:gd name="connsiteX71" fmla="*/ 4163200 w 4933949"/>
              <a:gd name="connsiteY71" fmla="*/ 2279984 h 7196138"/>
              <a:gd name="connsiteX72" fmla="*/ 4240963 w 4933949"/>
              <a:gd name="connsiteY72" fmla="*/ 1903062 h 7196138"/>
              <a:gd name="connsiteX73" fmla="*/ 4240963 w 4933949"/>
              <a:gd name="connsiteY73" fmla="*/ 54035 h 7196138"/>
              <a:gd name="connsiteX74" fmla="*/ 4255461 w 4933949"/>
              <a:gd name="connsiteY74" fmla="*/ 14497 h 7196138"/>
              <a:gd name="connsiteX75" fmla="*/ 4295001 w 4933949"/>
              <a:gd name="connsiteY75" fmla="*/ 0 h 7196138"/>
              <a:gd name="connsiteX76" fmla="*/ 4602098 w 4933949"/>
              <a:gd name="connsiteY76" fmla="*/ 0 h 7196138"/>
              <a:gd name="connsiteX77" fmla="*/ 4641638 w 4933949"/>
              <a:gd name="connsiteY77" fmla="*/ 14497 h 7196138"/>
              <a:gd name="connsiteX78" fmla="*/ 4656136 w 4933949"/>
              <a:gd name="connsiteY78" fmla="*/ 54035 h 7196138"/>
              <a:gd name="connsiteX79" fmla="*/ 4656136 w 4933949"/>
              <a:gd name="connsiteY79" fmla="*/ 1904380 h 7196138"/>
              <a:gd name="connsiteX80" fmla="*/ 4507201 w 4933949"/>
              <a:gd name="connsiteY80" fmla="*/ 2459220 h 7196138"/>
              <a:gd name="connsiteX81" fmla="*/ 3981314 w 4933949"/>
              <a:gd name="connsiteY81" fmla="*/ 2646363 h 7196138"/>
              <a:gd name="connsiteX82" fmla="*/ 3447519 w 4933949"/>
              <a:gd name="connsiteY82" fmla="*/ 2459220 h 7196138"/>
              <a:gd name="connsiteX83" fmla="*/ 3305174 w 4933949"/>
              <a:gd name="connsiteY83" fmla="*/ 1904380 h 7196138"/>
              <a:gd name="connsiteX84" fmla="*/ 3305174 w 4933949"/>
              <a:gd name="connsiteY84" fmla="*/ 54035 h 7196138"/>
              <a:gd name="connsiteX85" fmla="*/ 3318354 w 4933949"/>
              <a:gd name="connsiteY85" fmla="*/ 14497 h 7196138"/>
              <a:gd name="connsiteX86" fmla="*/ 3359213 w 4933949"/>
              <a:gd name="connsiteY86" fmla="*/ 0 h 719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4933949" h="7196138">
                <a:moveTo>
                  <a:pt x="1050029" y="6094413"/>
                </a:moveTo>
                <a:cubicBezTo>
                  <a:pt x="2409664" y="6623557"/>
                  <a:pt x="2524285" y="6623557"/>
                  <a:pt x="3883920" y="6094413"/>
                </a:cubicBezTo>
                <a:cubicBezTo>
                  <a:pt x="3883920" y="6094413"/>
                  <a:pt x="3883920" y="6094413"/>
                  <a:pt x="4933949" y="6645934"/>
                </a:cubicBezTo>
                <a:cubicBezTo>
                  <a:pt x="4933949" y="6645934"/>
                  <a:pt x="4933949" y="6645934"/>
                  <a:pt x="3883920" y="7196138"/>
                </a:cubicBezTo>
                <a:cubicBezTo>
                  <a:pt x="2524285" y="6668311"/>
                  <a:pt x="2409664" y="6668311"/>
                  <a:pt x="1050029" y="7196138"/>
                </a:cubicBezTo>
                <a:cubicBezTo>
                  <a:pt x="1050029" y="7196138"/>
                  <a:pt x="1050029" y="7196138"/>
                  <a:pt x="0" y="6645934"/>
                </a:cubicBezTo>
                <a:cubicBezTo>
                  <a:pt x="0" y="6645934"/>
                  <a:pt x="0" y="6645934"/>
                  <a:pt x="1050029" y="6094413"/>
                </a:cubicBezTo>
                <a:close/>
                <a:moveTo>
                  <a:pt x="1050029" y="4730750"/>
                </a:moveTo>
                <a:cubicBezTo>
                  <a:pt x="2409664" y="5260657"/>
                  <a:pt x="2524285" y="5260657"/>
                  <a:pt x="3883920" y="4730750"/>
                </a:cubicBezTo>
                <a:cubicBezTo>
                  <a:pt x="3883920" y="4730750"/>
                  <a:pt x="3883920" y="4730750"/>
                  <a:pt x="4933949" y="5283066"/>
                </a:cubicBezTo>
                <a:cubicBezTo>
                  <a:pt x="4933949" y="5283066"/>
                  <a:pt x="4933949" y="5283066"/>
                  <a:pt x="3883920" y="5834063"/>
                </a:cubicBezTo>
                <a:cubicBezTo>
                  <a:pt x="2524285" y="5305475"/>
                  <a:pt x="2409664" y="5305475"/>
                  <a:pt x="1050029" y="5834063"/>
                </a:cubicBezTo>
                <a:cubicBezTo>
                  <a:pt x="1050029" y="5834063"/>
                  <a:pt x="1050029" y="5834063"/>
                  <a:pt x="0" y="5283066"/>
                </a:cubicBezTo>
                <a:cubicBezTo>
                  <a:pt x="0" y="5283066"/>
                  <a:pt x="0" y="5283066"/>
                  <a:pt x="1050029" y="4730750"/>
                </a:cubicBezTo>
                <a:close/>
                <a:moveTo>
                  <a:pt x="1050029" y="3368675"/>
                </a:moveTo>
                <a:cubicBezTo>
                  <a:pt x="2409664" y="3898582"/>
                  <a:pt x="2524285" y="3898582"/>
                  <a:pt x="3883920" y="3368675"/>
                </a:cubicBezTo>
                <a:cubicBezTo>
                  <a:pt x="3883920" y="3368675"/>
                  <a:pt x="3883920" y="3368675"/>
                  <a:pt x="4933949" y="3920991"/>
                </a:cubicBezTo>
                <a:cubicBezTo>
                  <a:pt x="4933949" y="3920991"/>
                  <a:pt x="4933949" y="3920991"/>
                  <a:pt x="3883920" y="4471988"/>
                </a:cubicBezTo>
                <a:cubicBezTo>
                  <a:pt x="2524285" y="3943400"/>
                  <a:pt x="2409664" y="3943400"/>
                  <a:pt x="1050029" y="4471988"/>
                </a:cubicBezTo>
                <a:cubicBezTo>
                  <a:pt x="1050029" y="4471988"/>
                  <a:pt x="1050029" y="4471988"/>
                  <a:pt x="0" y="3920991"/>
                </a:cubicBezTo>
                <a:cubicBezTo>
                  <a:pt x="0" y="3920991"/>
                  <a:pt x="0" y="3920991"/>
                  <a:pt x="1050029" y="3368675"/>
                </a:cubicBezTo>
                <a:close/>
                <a:moveTo>
                  <a:pt x="678543" y="305710"/>
                </a:moveTo>
                <a:lnTo>
                  <a:pt x="678543" y="2307316"/>
                </a:lnTo>
                <a:cubicBezTo>
                  <a:pt x="678543" y="2307316"/>
                  <a:pt x="678543" y="2307316"/>
                  <a:pt x="909109" y="2307316"/>
                </a:cubicBezTo>
                <a:cubicBezTo>
                  <a:pt x="1011875" y="2307316"/>
                  <a:pt x="1072481" y="2291503"/>
                  <a:pt x="1119911" y="2234842"/>
                </a:cubicBezTo>
                <a:cubicBezTo>
                  <a:pt x="1192375" y="2147873"/>
                  <a:pt x="1198962" y="1971299"/>
                  <a:pt x="1198962" y="1615517"/>
                </a:cubicBezTo>
                <a:cubicBezTo>
                  <a:pt x="1198962" y="1615517"/>
                  <a:pt x="1198962" y="1615517"/>
                  <a:pt x="1198962" y="996191"/>
                </a:cubicBezTo>
                <a:cubicBezTo>
                  <a:pt x="1198962" y="641727"/>
                  <a:pt x="1192375" y="465153"/>
                  <a:pt x="1119911" y="378184"/>
                </a:cubicBezTo>
                <a:cubicBezTo>
                  <a:pt x="1072481" y="321522"/>
                  <a:pt x="1011875" y="305710"/>
                  <a:pt x="909109" y="305710"/>
                </a:cubicBezTo>
                <a:cubicBezTo>
                  <a:pt x="909109" y="305710"/>
                  <a:pt x="909109" y="305710"/>
                  <a:pt x="678543" y="305710"/>
                </a:cubicBezTo>
                <a:close/>
                <a:moveTo>
                  <a:pt x="1842869" y="0"/>
                </a:moveTo>
                <a:cubicBezTo>
                  <a:pt x="1842869" y="0"/>
                  <a:pt x="1842869" y="0"/>
                  <a:pt x="3073618" y="0"/>
                </a:cubicBezTo>
                <a:cubicBezTo>
                  <a:pt x="3093384" y="0"/>
                  <a:pt x="3105243" y="5271"/>
                  <a:pt x="3114467" y="14495"/>
                </a:cubicBezTo>
                <a:cubicBezTo>
                  <a:pt x="3122374" y="22401"/>
                  <a:pt x="3128962" y="34261"/>
                  <a:pt x="3128962" y="54027"/>
                </a:cubicBezTo>
                <a:cubicBezTo>
                  <a:pt x="3128962" y="54027"/>
                  <a:pt x="3128962" y="54027"/>
                  <a:pt x="3128962" y="275402"/>
                </a:cubicBezTo>
                <a:cubicBezTo>
                  <a:pt x="3128962" y="295168"/>
                  <a:pt x="3122374" y="307028"/>
                  <a:pt x="3114467" y="314934"/>
                </a:cubicBezTo>
                <a:cubicBezTo>
                  <a:pt x="3105243" y="324158"/>
                  <a:pt x="3093384" y="329429"/>
                  <a:pt x="3073618" y="329429"/>
                </a:cubicBezTo>
                <a:cubicBezTo>
                  <a:pt x="3073618" y="329429"/>
                  <a:pt x="3073618" y="329429"/>
                  <a:pt x="2679620" y="329429"/>
                </a:cubicBezTo>
                <a:cubicBezTo>
                  <a:pt x="2679620" y="329429"/>
                  <a:pt x="2679620" y="329429"/>
                  <a:pt x="2679620" y="2558999"/>
                </a:cubicBezTo>
                <a:cubicBezTo>
                  <a:pt x="2679620" y="2578765"/>
                  <a:pt x="2674349" y="2590624"/>
                  <a:pt x="2665125" y="2598530"/>
                </a:cubicBezTo>
                <a:cubicBezTo>
                  <a:pt x="2657219" y="2607755"/>
                  <a:pt x="2645360" y="2613025"/>
                  <a:pt x="2625594" y="2613025"/>
                </a:cubicBezTo>
                <a:cubicBezTo>
                  <a:pt x="2625594" y="2613025"/>
                  <a:pt x="2625594" y="2613025"/>
                  <a:pt x="2290893" y="2613025"/>
                </a:cubicBezTo>
                <a:cubicBezTo>
                  <a:pt x="2271128" y="2613025"/>
                  <a:pt x="2259268" y="2607755"/>
                  <a:pt x="2250044" y="2598530"/>
                </a:cubicBezTo>
                <a:cubicBezTo>
                  <a:pt x="2240820" y="2590624"/>
                  <a:pt x="2235549" y="2578765"/>
                  <a:pt x="2235549" y="2558999"/>
                </a:cubicBezTo>
                <a:cubicBezTo>
                  <a:pt x="2235549" y="2558999"/>
                  <a:pt x="2235549" y="2558999"/>
                  <a:pt x="2235549" y="329429"/>
                </a:cubicBezTo>
                <a:cubicBezTo>
                  <a:pt x="2235549" y="329429"/>
                  <a:pt x="2235549" y="329429"/>
                  <a:pt x="1842869" y="329429"/>
                </a:cubicBezTo>
                <a:cubicBezTo>
                  <a:pt x="1823104" y="329429"/>
                  <a:pt x="1811244" y="324158"/>
                  <a:pt x="1802020" y="314934"/>
                </a:cubicBezTo>
                <a:cubicBezTo>
                  <a:pt x="1792796" y="307028"/>
                  <a:pt x="1787525" y="295168"/>
                  <a:pt x="1787525" y="275402"/>
                </a:cubicBezTo>
                <a:cubicBezTo>
                  <a:pt x="1787525" y="275402"/>
                  <a:pt x="1787525" y="275402"/>
                  <a:pt x="1787525" y="54027"/>
                </a:cubicBezTo>
                <a:cubicBezTo>
                  <a:pt x="1787525" y="34261"/>
                  <a:pt x="1792796" y="22401"/>
                  <a:pt x="1802020" y="14495"/>
                </a:cubicBezTo>
                <a:cubicBezTo>
                  <a:pt x="1811244" y="5271"/>
                  <a:pt x="1823104" y="0"/>
                  <a:pt x="1842869" y="0"/>
                </a:cubicBezTo>
                <a:close/>
                <a:moveTo>
                  <a:pt x="317544" y="0"/>
                </a:moveTo>
                <a:cubicBezTo>
                  <a:pt x="317544" y="0"/>
                  <a:pt x="317544" y="0"/>
                  <a:pt x="972349" y="0"/>
                </a:cubicBezTo>
                <a:cubicBezTo>
                  <a:pt x="1226630" y="0"/>
                  <a:pt x="1382097" y="57980"/>
                  <a:pt x="1476958" y="179209"/>
                </a:cubicBezTo>
                <a:cubicBezTo>
                  <a:pt x="1615298" y="345241"/>
                  <a:pt x="1619250" y="614055"/>
                  <a:pt x="1619250" y="1025181"/>
                </a:cubicBezTo>
                <a:cubicBezTo>
                  <a:pt x="1619250" y="1025181"/>
                  <a:pt x="1619250" y="1025181"/>
                  <a:pt x="1619250" y="1587845"/>
                </a:cubicBezTo>
                <a:cubicBezTo>
                  <a:pt x="1619250" y="1998971"/>
                  <a:pt x="1615298" y="2267784"/>
                  <a:pt x="1476958" y="2433816"/>
                </a:cubicBezTo>
                <a:cubicBezTo>
                  <a:pt x="1382097" y="2555046"/>
                  <a:pt x="1226630" y="2613025"/>
                  <a:pt x="972349" y="2613025"/>
                </a:cubicBezTo>
                <a:cubicBezTo>
                  <a:pt x="972349" y="2613025"/>
                  <a:pt x="972349" y="2613025"/>
                  <a:pt x="317544" y="2613025"/>
                </a:cubicBezTo>
                <a:cubicBezTo>
                  <a:pt x="297781" y="2613025"/>
                  <a:pt x="285923" y="2607755"/>
                  <a:pt x="278018" y="2598530"/>
                </a:cubicBezTo>
                <a:cubicBezTo>
                  <a:pt x="268795" y="2590624"/>
                  <a:pt x="263525" y="2578765"/>
                  <a:pt x="263525" y="2558999"/>
                </a:cubicBezTo>
                <a:cubicBezTo>
                  <a:pt x="263525" y="2558999"/>
                  <a:pt x="263525" y="2558999"/>
                  <a:pt x="263525" y="54027"/>
                </a:cubicBezTo>
                <a:cubicBezTo>
                  <a:pt x="263525" y="34261"/>
                  <a:pt x="268795" y="22401"/>
                  <a:pt x="278018" y="14495"/>
                </a:cubicBezTo>
                <a:cubicBezTo>
                  <a:pt x="285923" y="5271"/>
                  <a:pt x="297781" y="0"/>
                  <a:pt x="317544" y="0"/>
                </a:cubicBezTo>
                <a:close/>
                <a:moveTo>
                  <a:pt x="3359213" y="0"/>
                </a:moveTo>
                <a:cubicBezTo>
                  <a:pt x="3359213" y="0"/>
                  <a:pt x="3359213" y="0"/>
                  <a:pt x="3664991" y="0"/>
                </a:cubicBezTo>
                <a:cubicBezTo>
                  <a:pt x="3684762" y="0"/>
                  <a:pt x="3696624" y="5272"/>
                  <a:pt x="3705850" y="14497"/>
                </a:cubicBezTo>
                <a:cubicBezTo>
                  <a:pt x="3715076" y="22405"/>
                  <a:pt x="3720348" y="34266"/>
                  <a:pt x="3720348" y="54035"/>
                </a:cubicBezTo>
                <a:cubicBezTo>
                  <a:pt x="3720348" y="54035"/>
                  <a:pt x="3720348" y="54035"/>
                  <a:pt x="3720348" y="1903062"/>
                </a:cubicBezTo>
                <a:cubicBezTo>
                  <a:pt x="3720348" y="2103384"/>
                  <a:pt x="3738800" y="2214089"/>
                  <a:pt x="3798111" y="2279984"/>
                </a:cubicBezTo>
                <a:cubicBezTo>
                  <a:pt x="3841605" y="2328747"/>
                  <a:pt x="3899597" y="2349833"/>
                  <a:pt x="3976042" y="2349833"/>
                </a:cubicBezTo>
                <a:cubicBezTo>
                  <a:pt x="4060395" y="2349833"/>
                  <a:pt x="4121023" y="2326111"/>
                  <a:pt x="4163200" y="2279984"/>
                </a:cubicBezTo>
                <a:cubicBezTo>
                  <a:pt x="4226464" y="2211453"/>
                  <a:pt x="4240963" y="2096795"/>
                  <a:pt x="4240963" y="1903062"/>
                </a:cubicBezTo>
                <a:cubicBezTo>
                  <a:pt x="4240963" y="1903062"/>
                  <a:pt x="4240963" y="1903062"/>
                  <a:pt x="4240963" y="54035"/>
                </a:cubicBezTo>
                <a:cubicBezTo>
                  <a:pt x="4240963" y="34266"/>
                  <a:pt x="4246235" y="22405"/>
                  <a:pt x="4255461" y="14497"/>
                </a:cubicBezTo>
                <a:cubicBezTo>
                  <a:pt x="4263369" y="5272"/>
                  <a:pt x="4276549" y="0"/>
                  <a:pt x="4295001" y="0"/>
                </a:cubicBezTo>
                <a:cubicBezTo>
                  <a:pt x="4295001" y="0"/>
                  <a:pt x="4295001" y="0"/>
                  <a:pt x="4602098" y="0"/>
                </a:cubicBezTo>
                <a:cubicBezTo>
                  <a:pt x="4621868" y="0"/>
                  <a:pt x="4633730" y="5272"/>
                  <a:pt x="4641638" y="14497"/>
                </a:cubicBezTo>
                <a:cubicBezTo>
                  <a:pt x="4650864" y="22405"/>
                  <a:pt x="4656136" y="34266"/>
                  <a:pt x="4656136" y="54035"/>
                </a:cubicBezTo>
                <a:cubicBezTo>
                  <a:pt x="4656136" y="54035"/>
                  <a:pt x="4656136" y="54035"/>
                  <a:pt x="4656136" y="1904380"/>
                </a:cubicBezTo>
                <a:cubicBezTo>
                  <a:pt x="4656136" y="2153465"/>
                  <a:pt x="4627140" y="2319521"/>
                  <a:pt x="4507201" y="2459220"/>
                </a:cubicBezTo>
                <a:cubicBezTo>
                  <a:pt x="4405714" y="2577832"/>
                  <a:pt x="4239645" y="2646363"/>
                  <a:pt x="3981314" y="2646363"/>
                </a:cubicBezTo>
                <a:cubicBezTo>
                  <a:pt x="3726938" y="2646363"/>
                  <a:pt x="3559550" y="2581786"/>
                  <a:pt x="3447519" y="2459220"/>
                </a:cubicBezTo>
                <a:cubicBezTo>
                  <a:pt x="3340760" y="2341926"/>
                  <a:pt x="3305174" y="2173233"/>
                  <a:pt x="3305174" y="1904380"/>
                </a:cubicBezTo>
                <a:cubicBezTo>
                  <a:pt x="3305174" y="1904380"/>
                  <a:pt x="3305174" y="1904380"/>
                  <a:pt x="3305174" y="54035"/>
                </a:cubicBezTo>
                <a:cubicBezTo>
                  <a:pt x="3305174" y="34266"/>
                  <a:pt x="3310446" y="22405"/>
                  <a:pt x="3318354" y="14497"/>
                </a:cubicBezTo>
                <a:cubicBezTo>
                  <a:pt x="3327580" y="5272"/>
                  <a:pt x="3339442" y="0"/>
                  <a:pt x="3359213" y="0"/>
                </a:cubicBezTo>
                <a:close/>
              </a:path>
            </a:pathLst>
          </a:custGeom>
          <a:solidFill>
            <a:srgbClr val="2F3EEA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 dirty="0"/>
          </a:p>
        </p:txBody>
      </p:sp>
      <p:sp>
        <p:nvSpPr>
          <p:cNvPr id="6" name="Date Placeholder 2">
            <a:extLst>
              <a:ext uri="{FF2B5EF4-FFF2-40B4-BE49-F238E27FC236}">
                <a16:creationId xmlns:a16="http://schemas.microsoft.com/office/drawing/2014/main" id="{AF062B26-8169-4B93-8FD8-CFDB0855A96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912000"/>
            <a:ext cx="0" cy="0"/>
          </a:xfrm>
          <a:prstGeom prst="rect">
            <a:avLst/>
          </a:prstGeom>
        </p:spPr>
        <p:txBody>
          <a:bodyPr/>
          <a:lstStyle>
            <a:lvl1pPr>
              <a:defRPr>
                <a:noFill/>
              </a:defRPr>
            </a:lvl1pPr>
          </a:lstStyle>
          <a:p>
            <a:r>
              <a:rPr lang="en-GB"/>
              <a:t>Date</a:t>
            </a:r>
            <a:endParaRPr lang="en-GB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CA59923C-6F09-424E-AF1E-AC62326A9B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912000"/>
            <a:ext cx="0" cy="0"/>
          </a:xfrm>
        </p:spPr>
        <p:txBody>
          <a:bodyPr/>
          <a:lstStyle>
            <a:lvl1pPr>
              <a:defRPr>
                <a:noFill/>
              </a:defRPr>
            </a:lvl1pPr>
          </a:lstStyle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4C299FA2-BF46-4410-B2CD-E3C80B7A9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flipV="1">
            <a:off x="0" y="6912000"/>
            <a:ext cx="0" cy="0"/>
          </a:xfrm>
        </p:spPr>
        <p:txBody>
          <a:bodyPr/>
          <a:lstStyle>
            <a:lvl1pPr>
              <a:defRPr>
                <a:noFill/>
              </a:defRPr>
            </a:lvl1pPr>
          </a:lstStyle>
          <a:p>
            <a:fld id="{24C8C45C-947F-4981-8B3F-4F32E973C901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1" name="Bottom bar">
            <a:extLst>
              <a:ext uri="{FF2B5EF4-FFF2-40B4-BE49-F238E27FC236}">
                <a16:creationId xmlns:a16="http://schemas.microsoft.com/office/drawing/2014/main" id="{495865CE-5BE9-4122-8AB8-48E534DD88F7}"/>
              </a:ext>
            </a:extLst>
          </p:cNvPr>
          <p:cNvSpPr/>
          <p:nvPr userDrawn="1"/>
        </p:nvSpPr>
        <p:spPr bwMode="auto">
          <a:xfrm>
            <a:off x="0" y="6541200"/>
            <a:ext cx="12193200" cy="316800"/>
          </a:xfrm>
          <a:prstGeom prst="rect">
            <a:avLst/>
          </a:prstGeom>
          <a:solidFill>
            <a:srgbClr val="2F3EEA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12" name="Top bar">
            <a:extLst>
              <a:ext uri="{FF2B5EF4-FFF2-40B4-BE49-F238E27FC236}">
                <a16:creationId xmlns:a16="http://schemas.microsoft.com/office/drawing/2014/main" id="{0D436479-94F3-475C-8F8D-D3CDC81793FD}"/>
              </a:ext>
            </a:extLst>
          </p:cNvPr>
          <p:cNvSpPr/>
          <p:nvPr userDrawn="1"/>
        </p:nvSpPr>
        <p:spPr bwMode="auto">
          <a:xfrm>
            <a:off x="0" y="0"/>
            <a:ext cx="12193200" cy="50400"/>
          </a:xfrm>
          <a:prstGeom prst="rect">
            <a:avLst/>
          </a:prstGeom>
          <a:solidFill>
            <a:srgbClr val="2F3EEA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49637618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ags" Target="../tags/tag2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17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emf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oleObject" Target="../embeddings/oleObject1.bin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ags" Target="../tags/tag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cell data - do not delete" hidden="1">
            <a:extLst>
              <a:ext uri="{FF2B5EF4-FFF2-40B4-BE49-F238E27FC236}">
                <a16:creationId xmlns:a16="http://schemas.microsoft.com/office/drawing/2014/main" id="{DC7E6E99-47FE-2308-91AC-209AB3E0486C}"/>
              </a:ext>
            </a:extLst>
          </p:cNvPr>
          <p:cNvGraphicFramePr>
            <a:graphicFrameLocks/>
          </p:cNvGraphicFramePr>
          <p:nvPr userDrawn="1">
            <p:custDataLst>
              <p:tags r:id="rId13"/>
            </p:custDataLst>
            <p:extLst>
              <p:ext uri="{D42A27DB-BD31-4B8C-83A1-F6EECF244321}">
                <p14:modId xmlns:p14="http://schemas.microsoft.com/office/powerpoint/2010/main" val="238793163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15" imgW="484" imgH="486" progId="TCLayout.ActiveDocument.1">
                  <p:embed/>
                </p:oleObj>
              </mc:Choice>
              <mc:Fallback>
                <p:oleObj name="thinkcell Slide" r:id="rId15" imgW="484" imgH="486" progId="TCLayout.ActiveDocument.1">
                  <p:embed/>
                  <p:pic>
                    <p:nvPicPr>
                      <p:cNvPr id="6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DC7E6E99-47FE-2308-91AC-209AB3E0486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Bottom bar">
            <a:extLst>
              <a:ext uri="{FF2B5EF4-FFF2-40B4-BE49-F238E27FC236}">
                <a16:creationId xmlns:a16="http://schemas.microsoft.com/office/drawing/2014/main" id="{FFFFD011-0D94-46EE-B45C-787FE82C3B5E}"/>
              </a:ext>
            </a:extLst>
          </p:cNvPr>
          <p:cNvSpPr/>
          <p:nvPr userDrawn="1"/>
        </p:nvSpPr>
        <p:spPr bwMode="auto">
          <a:xfrm>
            <a:off x="0" y="6541200"/>
            <a:ext cx="12193200" cy="316800"/>
          </a:xfrm>
          <a:prstGeom prst="rect">
            <a:avLst/>
          </a:prstGeom>
          <a:solidFill>
            <a:schemeClr val="accent2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3" name="FLD_Presentation Title"/>
          <p:cNvSpPr>
            <a:spLocks noGrp="1"/>
          </p:cNvSpPr>
          <p:nvPr>
            <p:ph type="ftr" sz="quarter" idx="3"/>
          </p:nvPr>
        </p:nvSpPr>
        <p:spPr>
          <a:xfrm>
            <a:off x="4787466" y="6541200"/>
            <a:ext cx="3286894" cy="316800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lvl1pPr algn="ctr">
              <a:spcBef>
                <a:spcPts val="0"/>
              </a:spcBef>
              <a:defRPr sz="700" b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 dirty="0"/>
              <a:t>A deconstructed comparison of DWM and LES wake aerodynamics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>
          <a:xfrm>
            <a:off x="11506450" y="6541200"/>
            <a:ext cx="432600" cy="316800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lvl1pPr algn="l">
              <a:defRPr sz="700" b="1">
                <a:solidFill>
                  <a:schemeClr val="bg1"/>
                </a:solidFill>
                <a:latin typeface="+mn-lt"/>
              </a:defRPr>
            </a:lvl1pPr>
          </a:lstStyle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1366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774726" y="885647"/>
            <a:ext cx="9312374" cy="5131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11366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74726" y="1706328"/>
            <a:ext cx="9312374" cy="454557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7" name="text" descr="{&quot;templafy&quot;:{&quot;id&quot;:&quot;19920dab-3faa-4eb9-b064-a1f7031a4d5a&quot;}}" title="Form.PresentationTitle">
            <a:extLst>
              <a:ext uri="{FF2B5EF4-FFF2-40B4-BE49-F238E27FC236}">
                <a16:creationId xmlns:a16="http://schemas.microsoft.com/office/drawing/2014/main" id="{06B09BDB-1C7D-4F8A-8F1B-82D88054A428}"/>
              </a:ext>
            </a:extLst>
          </p:cNvPr>
          <p:cNvSpPr txBox="1"/>
          <p:nvPr userDrawn="1"/>
        </p:nvSpPr>
        <p:spPr>
          <a:xfrm>
            <a:off x="8564558" y="6541200"/>
            <a:ext cx="2522540" cy="31680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r"/>
            <a:endParaRPr lang="en-GB" sz="7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2" name="Top bar">
            <a:extLst>
              <a:ext uri="{FF2B5EF4-FFF2-40B4-BE49-F238E27FC236}">
                <a16:creationId xmlns:a16="http://schemas.microsoft.com/office/drawing/2014/main" id="{35912424-89BF-4A93-9096-3282916C71FE}"/>
              </a:ext>
            </a:extLst>
          </p:cNvPr>
          <p:cNvSpPr/>
          <p:nvPr userDrawn="1"/>
        </p:nvSpPr>
        <p:spPr bwMode="auto">
          <a:xfrm>
            <a:off x="0" y="0"/>
            <a:ext cx="12193200" cy="50400"/>
          </a:xfrm>
          <a:prstGeom prst="rect">
            <a:avLst/>
          </a:prstGeom>
          <a:solidFill>
            <a:srgbClr val="2F3EEA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15" name="text" descr="{&quot;templafy&quot;:{&quot;id&quot;:&quot;1d6d75e4-e54c-4658-81fb-d02b8c297025&quot;}}" title="UserProfile.Offices.Workarea_{{DocumentLanguage}}">
            <a:extLst>
              <a:ext uri="{FF2B5EF4-FFF2-40B4-BE49-F238E27FC236}">
                <a16:creationId xmlns:a16="http://schemas.microsoft.com/office/drawing/2014/main" id="{52A04EE2-4A75-1E49-9D82-29FF9A12D0B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927127" y="6541200"/>
            <a:ext cx="927720" cy="316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/>
          <a:lstStyle/>
          <a:p>
            <a:pPr algn="l" eaLnBrk="0" hangingPunct="0">
              <a:spcBef>
                <a:spcPct val="0"/>
              </a:spcBef>
            </a:pPr>
            <a:r>
              <a:rPr lang="en-GB" sz="700" b="1" dirty="0">
                <a:solidFill>
                  <a:schemeClr val="bg1"/>
                </a:solidFill>
                <a:latin typeface="+mn-lt"/>
              </a:rPr>
              <a:t>DTU Wind</a:t>
            </a:r>
          </a:p>
        </p:txBody>
      </p:sp>
      <p:sp>
        <p:nvSpPr>
          <p:cNvPr id="17" name="text" descr="{&quot;templafy&quot;:{&quot;id&quot;:&quot;95942039-e519-4580-99a4-52d31a0ae7a7&quot;}}" title="Form.PresentationTitle">
            <a:extLst>
              <a:ext uri="{FF2B5EF4-FFF2-40B4-BE49-F238E27FC236}">
                <a16:creationId xmlns:a16="http://schemas.microsoft.com/office/drawing/2014/main" id="{ADFFD43E-0E9D-0F4E-9CAF-179B98B1E984}"/>
              </a:ext>
            </a:extLst>
          </p:cNvPr>
          <p:cNvSpPr txBox="1"/>
          <p:nvPr userDrawn="1"/>
        </p:nvSpPr>
        <p:spPr>
          <a:xfrm>
            <a:off x="8831510" y="6541200"/>
            <a:ext cx="2407988" cy="31680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r"/>
            <a:r>
              <a:rPr lang="en-GB" sz="700" dirty="0">
                <a:solidFill>
                  <a:schemeClr val="bg1"/>
                </a:solidFill>
                <a:latin typeface="+mn-lt"/>
              </a:rPr>
              <a:t>Wake Aerodynamics special course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288060B-D441-3246-8E00-9B5DEC362BF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729" r="25904"/>
          <a:stretch/>
        </p:blipFill>
        <p:spPr>
          <a:xfrm>
            <a:off x="11290043" y="252716"/>
            <a:ext cx="637811" cy="611284"/>
          </a:xfrm>
          <a:prstGeom prst="rect">
            <a:avLst/>
          </a:prstGeom>
        </p:spPr>
      </p:pic>
      <p:sp>
        <p:nvSpPr>
          <p:cNvPr id="14" name="Logo color">
            <a:extLst>
              <a:ext uri="{FF2B5EF4-FFF2-40B4-BE49-F238E27FC236}">
                <a16:creationId xmlns:a16="http://schemas.microsoft.com/office/drawing/2014/main" id="{B9E9A3C6-77B1-3443-8EE6-564C767EAE72}"/>
              </a:ext>
            </a:extLst>
          </p:cNvPr>
          <p:cNvSpPr>
            <a:spLocks noChangeAspect="1"/>
          </p:cNvSpPr>
          <p:nvPr userDrawn="1">
            <p:custDataLst>
              <p:tags r:id="rId14"/>
            </p:custDataLst>
          </p:nvPr>
        </p:nvSpPr>
        <p:spPr bwMode="auto">
          <a:xfrm>
            <a:off x="252000" y="252000"/>
            <a:ext cx="419611" cy="612000"/>
          </a:xfrm>
          <a:custGeom>
            <a:avLst/>
            <a:gdLst>
              <a:gd name="connsiteX0" fmla="*/ 1050029 w 4933949"/>
              <a:gd name="connsiteY0" fmla="*/ 6094413 h 7196138"/>
              <a:gd name="connsiteX1" fmla="*/ 3883920 w 4933949"/>
              <a:gd name="connsiteY1" fmla="*/ 6094413 h 7196138"/>
              <a:gd name="connsiteX2" fmla="*/ 4933949 w 4933949"/>
              <a:gd name="connsiteY2" fmla="*/ 6645934 h 7196138"/>
              <a:gd name="connsiteX3" fmla="*/ 3883920 w 4933949"/>
              <a:gd name="connsiteY3" fmla="*/ 7196138 h 7196138"/>
              <a:gd name="connsiteX4" fmla="*/ 1050029 w 4933949"/>
              <a:gd name="connsiteY4" fmla="*/ 7196138 h 7196138"/>
              <a:gd name="connsiteX5" fmla="*/ 0 w 4933949"/>
              <a:gd name="connsiteY5" fmla="*/ 6645934 h 7196138"/>
              <a:gd name="connsiteX6" fmla="*/ 1050029 w 4933949"/>
              <a:gd name="connsiteY6" fmla="*/ 6094413 h 7196138"/>
              <a:gd name="connsiteX7" fmla="*/ 1050029 w 4933949"/>
              <a:gd name="connsiteY7" fmla="*/ 4730750 h 7196138"/>
              <a:gd name="connsiteX8" fmla="*/ 3883920 w 4933949"/>
              <a:gd name="connsiteY8" fmla="*/ 4730750 h 7196138"/>
              <a:gd name="connsiteX9" fmla="*/ 4933949 w 4933949"/>
              <a:gd name="connsiteY9" fmla="*/ 5283066 h 7196138"/>
              <a:gd name="connsiteX10" fmla="*/ 3883920 w 4933949"/>
              <a:gd name="connsiteY10" fmla="*/ 5834063 h 7196138"/>
              <a:gd name="connsiteX11" fmla="*/ 1050029 w 4933949"/>
              <a:gd name="connsiteY11" fmla="*/ 5834063 h 7196138"/>
              <a:gd name="connsiteX12" fmla="*/ 0 w 4933949"/>
              <a:gd name="connsiteY12" fmla="*/ 5283066 h 7196138"/>
              <a:gd name="connsiteX13" fmla="*/ 1050029 w 4933949"/>
              <a:gd name="connsiteY13" fmla="*/ 4730750 h 7196138"/>
              <a:gd name="connsiteX14" fmla="*/ 1050029 w 4933949"/>
              <a:gd name="connsiteY14" fmla="*/ 3368675 h 7196138"/>
              <a:gd name="connsiteX15" fmla="*/ 3883920 w 4933949"/>
              <a:gd name="connsiteY15" fmla="*/ 3368675 h 7196138"/>
              <a:gd name="connsiteX16" fmla="*/ 4933949 w 4933949"/>
              <a:gd name="connsiteY16" fmla="*/ 3920991 h 7196138"/>
              <a:gd name="connsiteX17" fmla="*/ 3883920 w 4933949"/>
              <a:gd name="connsiteY17" fmla="*/ 4471988 h 7196138"/>
              <a:gd name="connsiteX18" fmla="*/ 1050029 w 4933949"/>
              <a:gd name="connsiteY18" fmla="*/ 4471988 h 7196138"/>
              <a:gd name="connsiteX19" fmla="*/ 0 w 4933949"/>
              <a:gd name="connsiteY19" fmla="*/ 3920991 h 7196138"/>
              <a:gd name="connsiteX20" fmla="*/ 1050029 w 4933949"/>
              <a:gd name="connsiteY20" fmla="*/ 3368675 h 7196138"/>
              <a:gd name="connsiteX21" fmla="*/ 678543 w 4933949"/>
              <a:gd name="connsiteY21" fmla="*/ 305710 h 7196138"/>
              <a:gd name="connsiteX22" fmla="*/ 678543 w 4933949"/>
              <a:gd name="connsiteY22" fmla="*/ 2307316 h 7196138"/>
              <a:gd name="connsiteX23" fmla="*/ 909109 w 4933949"/>
              <a:gd name="connsiteY23" fmla="*/ 2307316 h 7196138"/>
              <a:gd name="connsiteX24" fmla="*/ 1119911 w 4933949"/>
              <a:gd name="connsiteY24" fmla="*/ 2234842 h 7196138"/>
              <a:gd name="connsiteX25" fmla="*/ 1198962 w 4933949"/>
              <a:gd name="connsiteY25" fmla="*/ 1615517 h 7196138"/>
              <a:gd name="connsiteX26" fmla="*/ 1198962 w 4933949"/>
              <a:gd name="connsiteY26" fmla="*/ 996191 h 7196138"/>
              <a:gd name="connsiteX27" fmla="*/ 1119911 w 4933949"/>
              <a:gd name="connsiteY27" fmla="*/ 378184 h 7196138"/>
              <a:gd name="connsiteX28" fmla="*/ 909109 w 4933949"/>
              <a:gd name="connsiteY28" fmla="*/ 305710 h 7196138"/>
              <a:gd name="connsiteX29" fmla="*/ 678543 w 4933949"/>
              <a:gd name="connsiteY29" fmla="*/ 305710 h 7196138"/>
              <a:gd name="connsiteX30" fmla="*/ 1842869 w 4933949"/>
              <a:gd name="connsiteY30" fmla="*/ 0 h 7196138"/>
              <a:gd name="connsiteX31" fmla="*/ 3073618 w 4933949"/>
              <a:gd name="connsiteY31" fmla="*/ 0 h 7196138"/>
              <a:gd name="connsiteX32" fmla="*/ 3114467 w 4933949"/>
              <a:gd name="connsiteY32" fmla="*/ 14495 h 7196138"/>
              <a:gd name="connsiteX33" fmla="*/ 3128962 w 4933949"/>
              <a:gd name="connsiteY33" fmla="*/ 54027 h 7196138"/>
              <a:gd name="connsiteX34" fmla="*/ 3128962 w 4933949"/>
              <a:gd name="connsiteY34" fmla="*/ 275402 h 7196138"/>
              <a:gd name="connsiteX35" fmla="*/ 3114467 w 4933949"/>
              <a:gd name="connsiteY35" fmla="*/ 314934 h 7196138"/>
              <a:gd name="connsiteX36" fmla="*/ 3073618 w 4933949"/>
              <a:gd name="connsiteY36" fmla="*/ 329429 h 7196138"/>
              <a:gd name="connsiteX37" fmla="*/ 2679620 w 4933949"/>
              <a:gd name="connsiteY37" fmla="*/ 329429 h 7196138"/>
              <a:gd name="connsiteX38" fmla="*/ 2679620 w 4933949"/>
              <a:gd name="connsiteY38" fmla="*/ 2558999 h 7196138"/>
              <a:gd name="connsiteX39" fmla="*/ 2665125 w 4933949"/>
              <a:gd name="connsiteY39" fmla="*/ 2598530 h 7196138"/>
              <a:gd name="connsiteX40" fmla="*/ 2625594 w 4933949"/>
              <a:gd name="connsiteY40" fmla="*/ 2613025 h 7196138"/>
              <a:gd name="connsiteX41" fmla="*/ 2290893 w 4933949"/>
              <a:gd name="connsiteY41" fmla="*/ 2613025 h 7196138"/>
              <a:gd name="connsiteX42" fmla="*/ 2250044 w 4933949"/>
              <a:gd name="connsiteY42" fmla="*/ 2598530 h 7196138"/>
              <a:gd name="connsiteX43" fmla="*/ 2235549 w 4933949"/>
              <a:gd name="connsiteY43" fmla="*/ 2558999 h 7196138"/>
              <a:gd name="connsiteX44" fmla="*/ 2235549 w 4933949"/>
              <a:gd name="connsiteY44" fmla="*/ 329429 h 7196138"/>
              <a:gd name="connsiteX45" fmla="*/ 1842869 w 4933949"/>
              <a:gd name="connsiteY45" fmla="*/ 329429 h 7196138"/>
              <a:gd name="connsiteX46" fmla="*/ 1802020 w 4933949"/>
              <a:gd name="connsiteY46" fmla="*/ 314934 h 7196138"/>
              <a:gd name="connsiteX47" fmla="*/ 1787525 w 4933949"/>
              <a:gd name="connsiteY47" fmla="*/ 275402 h 7196138"/>
              <a:gd name="connsiteX48" fmla="*/ 1787525 w 4933949"/>
              <a:gd name="connsiteY48" fmla="*/ 54027 h 7196138"/>
              <a:gd name="connsiteX49" fmla="*/ 1802020 w 4933949"/>
              <a:gd name="connsiteY49" fmla="*/ 14495 h 7196138"/>
              <a:gd name="connsiteX50" fmla="*/ 1842869 w 4933949"/>
              <a:gd name="connsiteY50" fmla="*/ 0 h 7196138"/>
              <a:gd name="connsiteX51" fmla="*/ 317544 w 4933949"/>
              <a:gd name="connsiteY51" fmla="*/ 0 h 7196138"/>
              <a:gd name="connsiteX52" fmla="*/ 972349 w 4933949"/>
              <a:gd name="connsiteY52" fmla="*/ 0 h 7196138"/>
              <a:gd name="connsiteX53" fmla="*/ 1476958 w 4933949"/>
              <a:gd name="connsiteY53" fmla="*/ 179209 h 7196138"/>
              <a:gd name="connsiteX54" fmla="*/ 1619250 w 4933949"/>
              <a:gd name="connsiteY54" fmla="*/ 1025181 h 7196138"/>
              <a:gd name="connsiteX55" fmla="*/ 1619250 w 4933949"/>
              <a:gd name="connsiteY55" fmla="*/ 1587845 h 7196138"/>
              <a:gd name="connsiteX56" fmla="*/ 1476958 w 4933949"/>
              <a:gd name="connsiteY56" fmla="*/ 2433816 h 7196138"/>
              <a:gd name="connsiteX57" fmla="*/ 972349 w 4933949"/>
              <a:gd name="connsiteY57" fmla="*/ 2613025 h 7196138"/>
              <a:gd name="connsiteX58" fmla="*/ 317544 w 4933949"/>
              <a:gd name="connsiteY58" fmla="*/ 2613025 h 7196138"/>
              <a:gd name="connsiteX59" fmla="*/ 278018 w 4933949"/>
              <a:gd name="connsiteY59" fmla="*/ 2598530 h 7196138"/>
              <a:gd name="connsiteX60" fmla="*/ 263525 w 4933949"/>
              <a:gd name="connsiteY60" fmla="*/ 2558999 h 7196138"/>
              <a:gd name="connsiteX61" fmla="*/ 263525 w 4933949"/>
              <a:gd name="connsiteY61" fmla="*/ 54027 h 7196138"/>
              <a:gd name="connsiteX62" fmla="*/ 278018 w 4933949"/>
              <a:gd name="connsiteY62" fmla="*/ 14495 h 7196138"/>
              <a:gd name="connsiteX63" fmla="*/ 317544 w 4933949"/>
              <a:gd name="connsiteY63" fmla="*/ 0 h 7196138"/>
              <a:gd name="connsiteX64" fmla="*/ 3359213 w 4933949"/>
              <a:gd name="connsiteY64" fmla="*/ 0 h 7196138"/>
              <a:gd name="connsiteX65" fmla="*/ 3664991 w 4933949"/>
              <a:gd name="connsiteY65" fmla="*/ 0 h 7196138"/>
              <a:gd name="connsiteX66" fmla="*/ 3705850 w 4933949"/>
              <a:gd name="connsiteY66" fmla="*/ 14497 h 7196138"/>
              <a:gd name="connsiteX67" fmla="*/ 3720348 w 4933949"/>
              <a:gd name="connsiteY67" fmla="*/ 54035 h 7196138"/>
              <a:gd name="connsiteX68" fmla="*/ 3720348 w 4933949"/>
              <a:gd name="connsiteY68" fmla="*/ 1903062 h 7196138"/>
              <a:gd name="connsiteX69" fmla="*/ 3798111 w 4933949"/>
              <a:gd name="connsiteY69" fmla="*/ 2279984 h 7196138"/>
              <a:gd name="connsiteX70" fmla="*/ 3976042 w 4933949"/>
              <a:gd name="connsiteY70" fmla="*/ 2349833 h 7196138"/>
              <a:gd name="connsiteX71" fmla="*/ 4163200 w 4933949"/>
              <a:gd name="connsiteY71" fmla="*/ 2279984 h 7196138"/>
              <a:gd name="connsiteX72" fmla="*/ 4240963 w 4933949"/>
              <a:gd name="connsiteY72" fmla="*/ 1903062 h 7196138"/>
              <a:gd name="connsiteX73" fmla="*/ 4240963 w 4933949"/>
              <a:gd name="connsiteY73" fmla="*/ 54035 h 7196138"/>
              <a:gd name="connsiteX74" fmla="*/ 4255461 w 4933949"/>
              <a:gd name="connsiteY74" fmla="*/ 14497 h 7196138"/>
              <a:gd name="connsiteX75" fmla="*/ 4295001 w 4933949"/>
              <a:gd name="connsiteY75" fmla="*/ 0 h 7196138"/>
              <a:gd name="connsiteX76" fmla="*/ 4602098 w 4933949"/>
              <a:gd name="connsiteY76" fmla="*/ 0 h 7196138"/>
              <a:gd name="connsiteX77" fmla="*/ 4641638 w 4933949"/>
              <a:gd name="connsiteY77" fmla="*/ 14497 h 7196138"/>
              <a:gd name="connsiteX78" fmla="*/ 4656136 w 4933949"/>
              <a:gd name="connsiteY78" fmla="*/ 54035 h 7196138"/>
              <a:gd name="connsiteX79" fmla="*/ 4656136 w 4933949"/>
              <a:gd name="connsiteY79" fmla="*/ 1904380 h 7196138"/>
              <a:gd name="connsiteX80" fmla="*/ 4507201 w 4933949"/>
              <a:gd name="connsiteY80" fmla="*/ 2459220 h 7196138"/>
              <a:gd name="connsiteX81" fmla="*/ 3981314 w 4933949"/>
              <a:gd name="connsiteY81" fmla="*/ 2646363 h 7196138"/>
              <a:gd name="connsiteX82" fmla="*/ 3447519 w 4933949"/>
              <a:gd name="connsiteY82" fmla="*/ 2459220 h 7196138"/>
              <a:gd name="connsiteX83" fmla="*/ 3305174 w 4933949"/>
              <a:gd name="connsiteY83" fmla="*/ 1904380 h 7196138"/>
              <a:gd name="connsiteX84" fmla="*/ 3305174 w 4933949"/>
              <a:gd name="connsiteY84" fmla="*/ 54035 h 7196138"/>
              <a:gd name="connsiteX85" fmla="*/ 3318354 w 4933949"/>
              <a:gd name="connsiteY85" fmla="*/ 14497 h 7196138"/>
              <a:gd name="connsiteX86" fmla="*/ 3359213 w 4933949"/>
              <a:gd name="connsiteY86" fmla="*/ 0 h 719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4933949" h="7196138">
                <a:moveTo>
                  <a:pt x="1050029" y="6094413"/>
                </a:moveTo>
                <a:cubicBezTo>
                  <a:pt x="2409664" y="6623557"/>
                  <a:pt x="2524285" y="6623557"/>
                  <a:pt x="3883920" y="6094413"/>
                </a:cubicBezTo>
                <a:cubicBezTo>
                  <a:pt x="3883920" y="6094413"/>
                  <a:pt x="3883920" y="6094413"/>
                  <a:pt x="4933949" y="6645934"/>
                </a:cubicBezTo>
                <a:cubicBezTo>
                  <a:pt x="4933949" y="6645934"/>
                  <a:pt x="4933949" y="6645934"/>
                  <a:pt x="3883920" y="7196138"/>
                </a:cubicBezTo>
                <a:cubicBezTo>
                  <a:pt x="2524285" y="6668311"/>
                  <a:pt x="2409664" y="6668311"/>
                  <a:pt x="1050029" y="7196138"/>
                </a:cubicBezTo>
                <a:cubicBezTo>
                  <a:pt x="1050029" y="7196138"/>
                  <a:pt x="1050029" y="7196138"/>
                  <a:pt x="0" y="6645934"/>
                </a:cubicBezTo>
                <a:cubicBezTo>
                  <a:pt x="0" y="6645934"/>
                  <a:pt x="0" y="6645934"/>
                  <a:pt x="1050029" y="6094413"/>
                </a:cubicBezTo>
                <a:close/>
                <a:moveTo>
                  <a:pt x="1050029" y="4730750"/>
                </a:moveTo>
                <a:cubicBezTo>
                  <a:pt x="2409664" y="5260657"/>
                  <a:pt x="2524285" y="5260657"/>
                  <a:pt x="3883920" y="4730750"/>
                </a:cubicBezTo>
                <a:cubicBezTo>
                  <a:pt x="3883920" y="4730750"/>
                  <a:pt x="3883920" y="4730750"/>
                  <a:pt x="4933949" y="5283066"/>
                </a:cubicBezTo>
                <a:cubicBezTo>
                  <a:pt x="4933949" y="5283066"/>
                  <a:pt x="4933949" y="5283066"/>
                  <a:pt x="3883920" y="5834063"/>
                </a:cubicBezTo>
                <a:cubicBezTo>
                  <a:pt x="2524285" y="5305475"/>
                  <a:pt x="2409664" y="5305475"/>
                  <a:pt x="1050029" y="5834063"/>
                </a:cubicBezTo>
                <a:cubicBezTo>
                  <a:pt x="1050029" y="5834063"/>
                  <a:pt x="1050029" y="5834063"/>
                  <a:pt x="0" y="5283066"/>
                </a:cubicBezTo>
                <a:cubicBezTo>
                  <a:pt x="0" y="5283066"/>
                  <a:pt x="0" y="5283066"/>
                  <a:pt x="1050029" y="4730750"/>
                </a:cubicBezTo>
                <a:close/>
                <a:moveTo>
                  <a:pt x="1050029" y="3368675"/>
                </a:moveTo>
                <a:cubicBezTo>
                  <a:pt x="2409664" y="3898582"/>
                  <a:pt x="2524285" y="3898582"/>
                  <a:pt x="3883920" y="3368675"/>
                </a:cubicBezTo>
                <a:cubicBezTo>
                  <a:pt x="3883920" y="3368675"/>
                  <a:pt x="3883920" y="3368675"/>
                  <a:pt x="4933949" y="3920991"/>
                </a:cubicBezTo>
                <a:cubicBezTo>
                  <a:pt x="4933949" y="3920991"/>
                  <a:pt x="4933949" y="3920991"/>
                  <a:pt x="3883920" y="4471988"/>
                </a:cubicBezTo>
                <a:cubicBezTo>
                  <a:pt x="2524285" y="3943400"/>
                  <a:pt x="2409664" y="3943400"/>
                  <a:pt x="1050029" y="4471988"/>
                </a:cubicBezTo>
                <a:cubicBezTo>
                  <a:pt x="1050029" y="4471988"/>
                  <a:pt x="1050029" y="4471988"/>
                  <a:pt x="0" y="3920991"/>
                </a:cubicBezTo>
                <a:cubicBezTo>
                  <a:pt x="0" y="3920991"/>
                  <a:pt x="0" y="3920991"/>
                  <a:pt x="1050029" y="3368675"/>
                </a:cubicBezTo>
                <a:close/>
                <a:moveTo>
                  <a:pt x="678543" y="305710"/>
                </a:moveTo>
                <a:lnTo>
                  <a:pt x="678543" y="2307316"/>
                </a:lnTo>
                <a:cubicBezTo>
                  <a:pt x="678543" y="2307316"/>
                  <a:pt x="678543" y="2307316"/>
                  <a:pt x="909109" y="2307316"/>
                </a:cubicBezTo>
                <a:cubicBezTo>
                  <a:pt x="1011875" y="2307316"/>
                  <a:pt x="1072481" y="2291503"/>
                  <a:pt x="1119911" y="2234842"/>
                </a:cubicBezTo>
                <a:cubicBezTo>
                  <a:pt x="1192375" y="2147873"/>
                  <a:pt x="1198962" y="1971299"/>
                  <a:pt x="1198962" y="1615517"/>
                </a:cubicBezTo>
                <a:cubicBezTo>
                  <a:pt x="1198962" y="1615517"/>
                  <a:pt x="1198962" y="1615517"/>
                  <a:pt x="1198962" y="996191"/>
                </a:cubicBezTo>
                <a:cubicBezTo>
                  <a:pt x="1198962" y="641727"/>
                  <a:pt x="1192375" y="465153"/>
                  <a:pt x="1119911" y="378184"/>
                </a:cubicBezTo>
                <a:cubicBezTo>
                  <a:pt x="1072481" y="321522"/>
                  <a:pt x="1011875" y="305710"/>
                  <a:pt x="909109" y="305710"/>
                </a:cubicBezTo>
                <a:cubicBezTo>
                  <a:pt x="909109" y="305710"/>
                  <a:pt x="909109" y="305710"/>
                  <a:pt x="678543" y="305710"/>
                </a:cubicBezTo>
                <a:close/>
                <a:moveTo>
                  <a:pt x="1842869" y="0"/>
                </a:moveTo>
                <a:cubicBezTo>
                  <a:pt x="1842869" y="0"/>
                  <a:pt x="1842869" y="0"/>
                  <a:pt x="3073618" y="0"/>
                </a:cubicBezTo>
                <a:cubicBezTo>
                  <a:pt x="3093384" y="0"/>
                  <a:pt x="3105243" y="5271"/>
                  <a:pt x="3114467" y="14495"/>
                </a:cubicBezTo>
                <a:cubicBezTo>
                  <a:pt x="3122374" y="22401"/>
                  <a:pt x="3128962" y="34261"/>
                  <a:pt x="3128962" y="54027"/>
                </a:cubicBezTo>
                <a:cubicBezTo>
                  <a:pt x="3128962" y="54027"/>
                  <a:pt x="3128962" y="54027"/>
                  <a:pt x="3128962" y="275402"/>
                </a:cubicBezTo>
                <a:cubicBezTo>
                  <a:pt x="3128962" y="295168"/>
                  <a:pt x="3122374" y="307028"/>
                  <a:pt x="3114467" y="314934"/>
                </a:cubicBezTo>
                <a:cubicBezTo>
                  <a:pt x="3105243" y="324158"/>
                  <a:pt x="3093384" y="329429"/>
                  <a:pt x="3073618" y="329429"/>
                </a:cubicBezTo>
                <a:cubicBezTo>
                  <a:pt x="3073618" y="329429"/>
                  <a:pt x="3073618" y="329429"/>
                  <a:pt x="2679620" y="329429"/>
                </a:cubicBezTo>
                <a:cubicBezTo>
                  <a:pt x="2679620" y="329429"/>
                  <a:pt x="2679620" y="329429"/>
                  <a:pt x="2679620" y="2558999"/>
                </a:cubicBezTo>
                <a:cubicBezTo>
                  <a:pt x="2679620" y="2578765"/>
                  <a:pt x="2674349" y="2590624"/>
                  <a:pt x="2665125" y="2598530"/>
                </a:cubicBezTo>
                <a:cubicBezTo>
                  <a:pt x="2657219" y="2607755"/>
                  <a:pt x="2645360" y="2613025"/>
                  <a:pt x="2625594" y="2613025"/>
                </a:cubicBezTo>
                <a:cubicBezTo>
                  <a:pt x="2625594" y="2613025"/>
                  <a:pt x="2625594" y="2613025"/>
                  <a:pt x="2290893" y="2613025"/>
                </a:cubicBezTo>
                <a:cubicBezTo>
                  <a:pt x="2271128" y="2613025"/>
                  <a:pt x="2259268" y="2607755"/>
                  <a:pt x="2250044" y="2598530"/>
                </a:cubicBezTo>
                <a:cubicBezTo>
                  <a:pt x="2240820" y="2590624"/>
                  <a:pt x="2235549" y="2578765"/>
                  <a:pt x="2235549" y="2558999"/>
                </a:cubicBezTo>
                <a:cubicBezTo>
                  <a:pt x="2235549" y="2558999"/>
                  <a:pt x="2235549" y="2558999"/>
                  <a:pt x="2235549" y="329429"/>
                </a:cubicBezTo>
                <a:cubicBezTo>
                  <a:pt x="2235549" y="329429"/>
                  <a:pt x="2235549" y="329429"/>
                  <a:pt x="1842869" y="329429"/>
                </a:cubicBezTo>
                <a:cubicBezTo>
                  <a:pt x="1823104" y="329429"/>
                  <a:pt x="1811244" y="324158"/>
                  <a:pt x="1802020" y="314934"/>
                </a:cubicBezTo>
                <a:cubicBezTo>
                  <a:pt x="1792796" y="307028"/>
                  <a:pt x="1787525" y="295168"/>
                  <a:pt x="1787525" y="275402"/>
                </a:cubicBezTo>
                <a:cubicBezTo>
                  <a:pt x="1787525" y="275402"/>
                  <a:pt x="1787525" y="275402"/>
                  <a:pt x="1787525" y="54027"/>
                </a:cubicBezTo>
                <a:cubicBezTo>
                  <a:pt x="1787525" y="34261"/>
                  <a:pt x="1792796" y="22401"/>
                  <a:pt x="1802020" y="14495"/>
                </a:cubicBezTo>
                <a:cubicBezTo>
                  <a:pt x="1811244" y="5271"/>
                  <a:pt x="1823104" y="0"/>
                  <a:pt x="1842869" y="0"/>
                </a:cubicBezTo>
                <a:close/>
                <a:moveTo>
                  <a:pt x="317544" y="0"/>
                </a:moveTo>
                <a:cubicBezTo>
                  <a:pt x="317544" y="0"/>
                  <a:pt x="317544" y="0"/>
                  <a:pt x="972349" y="0"/>
                </a:cubicBezTo>
                <a:cubicBezTo>
                  <a:pt x="1226630" y="0"/>
                  <a:pt x="1382097" y="57980"/>
                  <a:pt x="1476958" y="179209"/>
                </a:cubicBezTo>
                <a:cubicBezTo>
                  <a:pt x="1615298" y="345241"/>
                  <a:pt x="1619250" y="614055"/>
                  <a:pt x="1619250" y="1025181"/>
                </a:cubicBezTo>
                <a:cubicBezTo>
                  <a:pt x="1619250" y="1025181"/>
                  <a:pt x="1619250" y="1025181"/>
                  <a:pt x="1619250" y="1587845"/>
                </a:cubicBezTo>
                <a:cubicBezTo>
                  <a:pt x="1619250" y="1998971"/>
                  <a:pt x="1615298" y="2267784"/>
                  <a:pt x="1476958" y="2433816"/>
                </a:cubicBezTo>
                <a:cubicBezTo>
                  <a:pt x="1382097" y="2555046"/>
                  <a:pt x="1226630" y="2613025"/>
                  <a:pt x="972349" y="2613025"/>
                </a:cubicBezTo>
                <a:cubicBezTo>
                  <a:pt x="972349" y="2613025"/>
                  <a:pt x="972349" y="2613025"/>
                  <a:pt x="317544" y="2613025"/>
                </a:cubicBezTo>
                <a:cubicBezTo>
                  <a:pt x="297781" y="2613025"/>
                  <a:pt x="285923" y="2607755"/>
                  <a:pt x="278018" y="2598530"/>
                </a:cubicBezTo>
                <a:cubicBezTo>
                  <a:pt x="268795" y="2590624"/>
                  <a:pt x="263525" y="2578765"/>
                  <a:pt x="263525" y="2558999"/>
                </a:cubicBezTo>
                <a:cubicBezTo>
                  <a:pt x="263525" y="2558999"/>
                  <a:pt x="263525" y="2558999"/>
                  <a:pt x="263525" y="54027"/>
                </a:cubicBezTo>
                <a:cubicBezTo>
                  <a:pt x="263525" y="34261"/>
                  <a:pt x="268795" y="22401"/>
                  <a:pt x="278018" y="14495"/>
                </a:cubicBezTo>
                <a:cubicBezTo>
                  <a:pt x="285923" y="5271"/>
                  <a:pt x="297781" y="0"/>
                  <a:pt x="317544" y="0"/>
                </a:cubicBezTo>
                <a:close/>
                <a:moveTo>
                  <a:pt x="3359213" y="0"/>
                </a:moveTo>
                <a:cubicBezTo>
                  <a:pt x="3359213" y="0"/>
                  <a:pt x="3359213" y="0"/>
                  <a:pt x="3664991" y="0"/>
                </a:cubicBezTo>
                <a:cubicBezTo>
                  <a:pt x="3684762" y="0"/>
                  <a:pt x="3696624" y="5272"/>
                  <a:pt x="3705850" y="14497"/>
                </a:cubicBezTo>
                <a:cubicBezTo>
                  <a:pt x="3715076" y="22405"/>
                  <a:pt x="3720348" y="34266"/>
                  <a:pt x="3720348" y="54035"/>
                </a:cubicBezTo>
                <a:cubicBezTo>
                  <a:pt x="3720348" y="54035"/>
                  <a:pt x="3720348" y="54035"/>
                  <a:pt x="3720348" y="1903062"/>
                </a:cubicBezTo>
                <a:cubicBezTo>
                  <a:pt x="3720348" y="2103384"/>
                  <a:pt x="3738800" y="2214089"/>
                  <a:pt x="3798111" y="2279984"/>
                </a:cubicBezTo>
                <a:cubicBezTo>
                  <a:pt x="3841605" y="2328747"/>
                  <a:pt x="3899597" y="2349833"/>
                  <a:pt x="3976042" y="2349833"/>
                </a:cubicBezTo>
                <a:cubicBezTo>
                  <a:pt x="4060395" y="2349833"/>
                  <a:pt x="4121023" y="2326111"/>
                  <a:pt x="4163200" y="2279984"/>
                </a:cubicBezTo>
                <a:cubicBezTo>
                  <a:pt x="4226464" y="2211453"/>
                  <a:pt x="4240963" y="2096795"/>
                  <a:pt x="4240963" y="1903062"/>
                </a:cubicBezTo>
                <a:cubicBezTo>
                  <a:pt x="4240963" y="1903062"/>
                  <a:pt x="4240963" y="1903062"/>
                  <a:pt x="4240963" y="54035"/>
                </a:cubicBezTo>
                <a:cubicBezTo>
                  <a:pt x="4240963" y="34266"/>
                  <a:pt x="4246235" y="22405"/>
                  <a:pt x="4255461" y="14497"/>
                </a:cubicBezTo>
                <a:cubicBezTo>
                  <a:pt x="4263369" y="5272"/>
                  <a:pt x="4276549" y="0"/>
                  <a:pt x="4295001" y="0"/>
                </a:cubicBezTo>
                <a:cubicBezTo>
                  <a:pt x="4295001" y="0"/>
                  <a:pt x="4295001" y="0"/>
                  <a:pt x="4602098" y="0"/>
                </a:cubicBezTo>
                <a:cubicBezTo>
                  <a:pt x="4621868" y="0"/>
                  <a:pt x="4633730" y="5272"/>
                  <a:pt x="4641638" y="14497"/>
                </a:cubicBezTo>
                <a:cubicBezTo>
                  <a:pt x="4650864" y="22405"/>
                  <a:pt x="4656136" y="34266"/>
                  <a:pt x="4656136" y="54035"/>
                </a:cubicBezTo>
                <a:cubicBezTo>
                  <a:pt x="4656136" y="54035"/>
                  <a:pt x="4656136" y="54035"/>
                  <a:pt x="4656136" y="1904380"/>
                </a:cubicBezTo>
                <a:cubicBezTo>
                  <a:pt x="4656136" y="2153465"/>
                  <a:pt x="4627140" y="2319521"/>
                  <a:pt x="4507201" y="2459220"/>
                </a:cubicBezTo>
                <a:cubicBezTo>
                  <a:pt x="4405714" y="2577832"/>
                  <a:pt x="4239645" y="2646363"/>
                  <a:pt x="3981314" y="2646363"/>
                </a:cubicBezTo>
                <a:cubicBezTo>
                  <a:pt x="3726938" y="2646363"/>
                  <a:pt x="3559550" y="2581786"/>
                  <a:pt x="3447519" y="2459220"/>
                </a:cubicBezTo>
                <a:cubicBezTo>
                  <a:pt x="3340760" y="2341926"/>
                  <a:pt x="3305174" y="2173233"/>
                  <a:pt x="3305174" y="1904380"/>
                </a:cubicBezTo>
                <a:cubicBezTo>
                  <a:pt x="3305174" y="1904380"/>
                  <a:pt x="3305174" y="1904380"/>
                  <a:pt x="3305174" y="54035"/>
                </a:cubicBezTo>
                <a:cubicBezTo>
                  <a:pt x="3305174" y="34266"/>
                  <a:pt x="3310446" y="22405"/>
                  <a:pt x="3318354" y="14497"/>
                </a:cubicBezTo>
                <a:cubicBezTo>
                  <a:pt x="3327580" y="5272"/>
                  <a:pt x="3339442" y="0"/>
                  <a:pt x="3359213" y="0"/>
                </a:cubicBezTo>
                <a:close/>
              </a:path>
            </a:pathLst>
          </a:custGeom>
          <a:solidFill>
            <a:srgbClr val="2F3EEA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073EFAB-325B-97BA-DE6F-468FFDFA2FDF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627688" y="6306820"/>
            <a:ext cx="963612" cy="4876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800" dirty="0">
                <a:solidFill>
                  <a:srgbClr val="37424A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Classification: Public
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D6EF3636-3D89-3F5C-0EAA-69D15CF748D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17598" y="6517037"/>
            <a:ext cx="733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fld id="{3DF5C358-002F-4FFE-AE51-8D3FBE9A7FC8}" type="datetimeFigureOut">
              <a:rPr lang="en-US" smtClean="0"/>
              <a:pPr/>
              <a:t>10/26/2026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47026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71" r:id="rId2"/>
    <p:sldLayoutId id="2147483664" r:id="rId3"/>
    <p:sldLayoutId id="2147483677" r:id="rId4"/>
    <p:sldLayoutId id="2147483672" r:id="rId5"/>
    <p:sldLayoutId id="2147483673" r:id="rId6"/>
    <p:sldLayoutId id="2147483676" r:id="rId7"/>
    <p:sldLayoutId id="2147483666" r:id="rId8"/>
    <p:sldLayoutId id="2147483667" r:id="rId9"/>
    <p:sldLayoutId id="2147483668" r:id="rId10"/>
    <p:sldLayoutId id="2147483669" r:id="rId11"/>
  </p:sldLayoutIdLst>
  <p:hf hd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3000" b="1">
          <a:solidFill>
            <a:srgbClr val="000000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9pPr>
    </p:titleStyle>
    <p:bodyStyle>
      <a:lvl1pPr marL="198000" indent="-198000" algn="l" rtl="0" eaLnBrk="1" fontAlgn="base" hangingPunct="1">
        <a:spcBef>
          <a:spcPct val="20000"/>
        </a:spcBef>
        <a:spcAft>
          <a:spcPct val="0"/>
        </a:spcAft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14000" indent="-198000" algn="l" rtl="0" eaLnBrk="1" fontAlgn="base" hangingPunct="1">
        <a:spcBef>
          <a:spcPct val="20000"/>
        </a:spcBef>
        <a:spcAft>
          <a:spcPct val="0"/>
        </a:spcAft>
        <a:buChar char="–"/>
        <a:defRPr sz="1800">
          <a:solidFill>
            <a:schemeClr val="tx1"/>
          </a:solidFill>
          <a:latin typeface="+mn-lt"/>
          <a:ea typeface="+mn-ea"/>
        </a:defRPr>
      </a:lvl2pPr>
      <a:lvl3pPr marL="615600" indent="-198000" algn="l" rtl="0" eaLnBrk="1" fontAlgn="base" hangingPunct="1">
        <a:spcBef>
          <a:spcPct val="20000"/>
        </a:spcBef>
        <a:spcAft>
          <a:spcPct val="0"/>
        </a:spcAft>
        <a:buChar char="•"/>
        <a:defRPr sz="1800">
          <a:solidFill>
            <a:schemeClr val="tx1"/>
          </a:solidFill>
          <a:latin typeface="+mn-lt"/>
          <a:ea typeface="+mn-ea"/>
        </a:defRPr>
      </a:lvl3pPr>
      <a:lvl4pPr marL="828000" indent="-198000" algn="l" rtl="0" eaLnBrk="1" fontAlgn="base" hangingPunct="1">
        <a:spcBef>
          <a:spcPct val="20000"/>
        </a:spcBef>
        <a:spcAft>
          <a:spcPct val="0"/>
        </a:spcAft>
        <a:buChar char="–"/>
        <a:defRPr sz="1800">
          <a:solidFill>
            <a:schemeClr val="tx1"/>
          </a:solidFill>
          <a:latin typeface="+mn-lt"/>
          <a:ea typeface="+mn-ea"/>
        </a:defRPr>
      </a:lvl4pPr>
      <a:lvl5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5pPr>
      <a:lvl6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6pPr>
      <a:lvl7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7pPr>
      <a:lvl8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8pPr>
      <a:lvl9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268" userDrawn="1">
          <p15:clr>
            <a:srgbClr val="F26B43"/>
          </p15:clr>
        </p15:guide>
        <p15:guide id="4" orient="horz" pos="881" userDrawn="1">
          <p15:clr>
            <a:srgbClr val="F26B43"/>
          </p15:clr>
        </p15:guide>
        <p15:guide id="5" orient="horz" pos="1074" userDrawn="1">
          <p15:clr>
            <a:srgbClr val="F26B43"/>
          </p15:clr>
        </p15:guide>
        <p15:guide id="6" orient="horz" pos="393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tags" Target="../tags/tag7.xml"/><Relationship Id="rId7" Type="http://schemas.openxmlformats.org/officeDocument/2006/relationships/image" Target="../media/image1.emf"/><Relationship Id="rId2" Type="http://schemas.openxmlformats.org/officeDocument/2006/relationships/customXml" Target="../../customXml/item13.xml"/><Relationship Id="rId1" Type="http://schemas.openxmlformats.org/officeDocument/2006/relationships/customXml" Target="../../customXml/item12.xml"/><Relationship Id="rId6" Type="http://schemas.openxmlformats.org/officeDocument/2006/relationships/oleObject" Target="../embeddings/oleObject2.bin"/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1.xml"/><Relationship Id="rId9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8.xml"/><Relationship Id="rId5" Type="http://schemas.openxmlformats.org/officeDocument/2006/relationships/image" Target="../media/image5.png"/><Relationship Id="rId4" Type="http://schemas.openxmlformats.org/officeDocument/2006/relationships/image" Target="../media/image1.em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7" Type="http://schemas.openxmlformats.org/officeDocument/2006/relationships/image" Target="../media/image8.gif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9.xml"/><Relationship Id="rId6" Type="http://schemas.openxmlformats.org/officeDocument/2006/relationships/image" Target="../media/image7.gif"/><Relationship Id="rId5" Type="http://schemas.openxmlformats.org/officeDocument/2006/relationships/image" Target="../media/image6.gif"/><Relationship Id="rId4" Type="http://schemas.openxmlformats.org/officeDocument/2006/relationships/image" Target="../media/image1.em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0.xml"/><Relationship Id="rId5" Type="http://schemas.openxmlformats.org/officeDocument/2006/relationships/image" Target="../media/image9.png"/><Relationship Id="rId4" Type="http://schemas.openxmlformats.org/officeDocument/2006/relationships/image" Target="../media/image1.em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1.xml"/><Relationship Id="rId5" Type="http://schemas.openxmlformats.org/officeDocument/2006/relationships/image" Target="../media/image10.svg"/><Relationship Id="rId4" Type="http://schemas.openxmlformats.org/officeDocument/2006/relationships/image" Target="../media/image1.e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2.xml"/><Relationship Id="rId5" Type="http://schemas.openxmlformats.org/officeDocument/2006/relationships/image" Target="../media/image11.gif"/><Relationship Id="rId4" Type="http://schemas.openxmlformats.org/officeDocument/2006/relationships/image" Target="../media/image1.e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.bin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3.xml"/><Relationship Id="rId5" Type="http://schemas.openxmlformats.org/officeDocument/2006/relationships/image" Target="../media/image12.svg"/><Relationship Id="rId4" Type="http://schemas.openxmlformats.org/officeDocument/2006/relationships/image" Target="../media/image1.emf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.bin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4.xml"/><Relationship Id="rId5" Type="http://schemas.openxmlformats.org/officeDocument/2006/relationships/image" Target="../media/image13.svg"/><Relationship Id="rId4" Type="http://schemas.openxmlformats.org/officeDocument/2006/relationships/image" Target="../media/image1.emf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.bin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5.xml"/><Relationship Id="rId4" Type="http://schemas.openxmlformats.org/officeDocument/2006/relationships/image" Target="../media/image1.em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.bin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6.xml"/><Relationship Id="rId5" Type="http://schemas.openxmlformats.org/officeDocument/2006/relationships/hyperlink" Target="https://doi.org/10.1002/we.1563" TargetMode="External"/><Relationship Id="rId4" Type="http://schemas.openxmlformats.org/officeDocument/2006/relationships/image" Target="../media/image1.emf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tags" Target="../tags/tag17.xml"/><Relationship Id="rId7" Type="http://schemas.openxmlformats.org/officeDocument/2006/relationships/image" Target="../media/image1.emf"/><Relationship Id="rId2" Type="http://schemas.openxmlformats.org/officeDocument/2006/relationships/customXml" Target="../../customXml/item15.xml"/><Relationship Id="rId1" Type="http://schemas.openxmlformats.org/officeDocument/2006/relationships/customXml" Target="../../customXml/item14.xml"/><Relationship Id="rId6" Type="http://schemas.openxmlformats.org/officeDocument/2006/relationships/oleObject" Target="../embeddings/oleObject2.bin"/><Relationship Id="rId5" Type="http://schemas.openxmlformats.org/officeDocument/2006/relationships/notesSlide" Target="../notesSlides/notesSlide2.xml"/><Relationship Id="rId4" Type="http://schemas.openxmlformats.org/officeDocument/2006/relationships/slideLayout" Target="../slideLayouts/slideLayout1.xml"/><Relationship Id="rId9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.bin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8.xml"/><Relationship Id="rId5" Type="http://schemas.openxmlformats.org/officeDocument/2006/relationships/image" Target="../media/image12.svg"/><Relationship Id="rId4" Type="http://schemas.openxmlformats.org/officeDocument/2006/relationships/image" Target="../media/image1.emf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oleObject" Target="../embeddings/oleObject12.bin"/><Relationship Id="rId7" Type="http://schemas.openxmlformats.org/officeDocument/2006/relationships/image" Target="../media/image16.pn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9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.emf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2.bin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20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.emf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7" Type="http://schemas.openxmlformats.org/officeDocument/2006/relationships/image" Target="../media/image150.pn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21.xml"/><Relationship Id="rId6" Type="http://schemas.openxmlformats.org/officeDocument/2006/relationships/image" Target="../media/image140.png"/><Relationship Id="rId5" Type="http://schemas.openxmlformats.org/officeDocument/2006/relationships/image" Target="../media/image11.gif"/><Relationship Id="rId4" Type="http://schemas.openxmlformats.org/officeDocument/2006/relationships/image" Target="../media/image1.emf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0.png"/><Relationship Id="rId3" Type="http://schemas.openxmlformats.org/officeDocument/2006/relationships/oleObject" Target="../embeddings/oleObject14.bin"/><Relationship Id="rId7" Type="http://schemas.openxmlformats.org/officeDocument/2006/relationships/image" Target="../media/image22.pn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2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10" Type="http://schemas.openxmlformats.org/officeDocument/2006/relationships/image" Target="../media/image220.png"/><Relationship Id="rId4" Type="http://schemas.openxmlformats.org/officeDocument/2006/relationships/image" Target="../media/image1.emf"/><Relationship Id="rId9" Type="http://schemas.openxmlformats.org/officeDocument/2006/relationships/image" Target="../media/image21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5.bin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23.xml"/><Relationship Id="rId5" Type="http://schemas.openxmlformats.org/officeDocument/2006/relationships/image" Target="../media/image22.png"/><Relationship Id="rId4" Type="http://schemas.openxmlformats.org/officeDocument/2006/relationships/image" Target="../media/image1.emf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oleObject" Target="../embeddings/oleObject16.bin"/><Relationship Id="rId7" Type="http://schemas.openxmlformats.org/officeDocument/2006/relationships/image" Target="../media/image240.pn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24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1.emf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2.bin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25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.emf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5.gif"/><Relationship Id="rId7" Type="http://schemas.openxmlformats.org/officeDocument/2006/relationships/image" Target="../media/image26.pn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26.xml"/><Relationship Id="rId6" Type="http://schemas.openxmlformats.org/officeDocument/2006/relationships/image" Target="../media/image1.emf"/><Relationship Id="rId5" Type="http://schemas.openxmlformats.org/officeDocument/2006/relationships/oleObject" Target="../embeddings/oleObject17.bin"/><Relationship Id="rId4" Type="http://schemas.openxmlformats.org/officeDocument/2006/relationships/image" Target="../media/image26.gif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oleObject" Target="../embeddings/oleObject17.bin"/><Relationship Id="rId7" Type="http://schemas.openxmlformats.org/officeDocument/2006/relationships/image" Target="../media/image30.pn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27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1.emf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2.bin"/><Relationship Id="rId7" Type="http://schemas.openxmlformats.org/officeDocument/2006/relationships/image" Target="../media/image32.pn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28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cell data - do not delete" hidden="1">
            <a:extLst>
              <a:ext uri="{FF2B5EF4-FFF2-40B4-BE49-F238E27FC236}">
                <a16:creationId xmlns:a16="http://schemas.microsoft.com/office/drawing/2014/main" id="{7354A68E-3E33-868F-F561-FEEDD7EE3F8F}"/>
              </a:ext>
            </a:extLst>
          </p:cNvPr>
          <p:cNvGraphicFramePr>
            <a:graphicFrameLocks/>
          </p:cNvGraphicFramePr>
          <p:nvPr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203011898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6" imgW="484" imgH="486" progId="TCLayout.ActiveDocument.1">
                  <p:embed/>
                </p:oleObj>
              </mc:Choice>
              <mc:Fallback>
                <p:oleObj name="thinkcell Slide" r:id="rId6" imgW="484" imgH="486" progId="TCLayout.ActiveDocument.1">
                  <p:embed/>
                  <p:pic>
                    <p:nvPicPr>
                      <p:cNvPr id="5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7354A68E-3E33-868F-F561-FEEDD7EE3F8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7E884D92-3164-AE47-AF3A-4BAFFE9539FE}"/>
              </a:ext>
            </a:extLst>
          </p:cNvPr>
          <p:cNvPicPr>
            <a:picLocks noChangeAspect="1"/>
          </p:cNvPicPr>
          <p:nvPr/>
        </p:nvPicPr>
        <p:blipFill rotWithShape="1"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4337"/>
          <a:stretch/>
        </p:blipFill>
        <p:spPr>
          <a:xfrm>
            <a:off x="0" y="44624"/>
            <a:ext cx="12170667" cy="6352559"/>
          </a:xfrm>
          <a:prstGeom prst="rect">
            <a:avLst/>
          </a:prstGeom>
        </p:spPr>
      </p:pic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45995EB-10E4-4119-B468-5CD7D10A093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 sz="800" dirty="0"/>
              <a:t>A deconstructed comparison of DWM and LES wake aerodynamics</a:t>
            </a:r>
            <a:endParaRPr lang="en-GB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AA221E4-1851-497D-90EE-984C7112166A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24C8C45C-947F-4981-8B3F-4F32E973C901}" type="slidenum">
              <a:rPr lang="en-GB" smtClean="0"/>
              <a:pPr/>
              <a:t>1</a:t>
            </a:fld>
            <a:endParaRPr lang="en-GB" dirty="0"/>
          </a:p>
        </p:txBody>
      </p:sp>
      <p:sp>
        <p:nvSpPr>
          <p:cNvPr id="11" name="Title 3">
            <a:extLst>
              <a:ext uri="{FF2B5EF4-FFF2-40B4-BE49-F238E27FC236}">
                <a16:creationId xmlns:a16="http://schemas.microsoft.com/office/drawing/2014/main" id="{D4CB0037-BDFF-A546-AB9A-C59764141B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9859" y="3545117"/>
            <a:ext cx="10840028" cy="2044123"/>
          </a:xfrm>
        </p:spPr>
        <p:txBody>
          <a:bodyPr vert="horz" rIns="0"/>
          <a:lstStyle/>
          <a:p>
            <a:r>
              <a:rPr lang="en-US" sz="4800" dirty="0"/>
              <a:t>A deconstructed comparison of DWM and LES wake aerodynamics</a:t>
            </a:r>
          </a:p>
        </p:txBody>
      </p:sp>
      <p:sp>
        <p:nvSpPr>
          <p:cNvPr id="12" name="Title 3">
            <a:extLst>
              <a:ext uri="{FF2B5EF4-FFF2-40B4-BE49-F238E27FC236}">
                <a16:creationId xmlns:a16="http://schemas.microsoft.com/office/drawing/2014/main" id="{F07FF698-C02A-844F-9BE5-60293E03B8EE}"/>
              </a:ext>
            </a:extLst>
          </p:cNvPr>
          <p:cNvSpPr txBox="1">
            <a:spLocks/>
          </p:cNvSpPr>
          <p:nvPr/>
        </p:nvSpPr>
        <p:spPr bwMode="auto">
          <a:xfrm>
            <a:off x="249859" y="2276872"/>
            <a:ext cx="10840028" cy="12682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defRPr sz="8000"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9pPr>
          </a:lstStyle>
          <a:p>
            <a:endParaRPr lang="en-US" sz="3200" b="0" kern="0" dirty="0">
              <a:solidFill>
                <a:schemeClr val="accent6"/>
              </a:solidFill>
            </a:endParaRPr>
          </a:p>
          <a:p>
            <a:r>
              <a:rPr lang="en-US" sz="3200" b="0" kern="0" dirty="0">
                <a:solidFill>
                  <a:schemeClr val="accent6"/>
                </a:solidFill>
              </a:rPr>
              <a:t>Joey Ray Bink</a:t>
            </a:r>
          </a:p>
          <a:p>
            <a:r>
              <a:rPr lang="en-US" sz="3200" b="0" kern="0" dirty="0">
                <a:solidFill>
                  <a:schemeClr val="accent6"/>
                </a:solidFill>
              </a:rPr>
              <a:t>Ignacio Héctor Caviglia</a:t>
            </a:r>
            <a:endParaRPr lang="en-GB" sz="3200" b="0" kern="0" dirty="0">
              <a:solidFill>
                <a:schemeClr val="accent6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9CFFD03-4BF0-5410-06A3-F0885D02281F}"/>
              </a:ext>
            </a:extLst>
          </p:cNvPr>
          <p:cNvPicPr>
            <a:picLocks noChangeAspect="1"/>
          </p:cNvPicPr>
          <p:nvPr/>
        </p:nvPicPr>
        <p:blipFill rotWithShape="1"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336" r="25905"/>
          <a:stretch/>
        </p:blipFill>
        <p:spPr>
          <a:xfrm>
            <a:off x="11267516" y="252716"/>
            <a:ext cx="660959" cy="611284"/>
          </a:xfrm>
          <a:prstGeom prst="rect">
            <a:avLst/>
          </a:prstGeom>
        </p:spPr>
      </p:pic>
      <p:sp>
        <p:nvSpPr>
          <p:cNvPr id="7" name="Title 3">
            <a:extLst>
              <a:ext uri="{FF2B5EF4-FFF2-40B4-BE49-F238E27FC236}">
                <a16:creationId xmlns:a16="http://schemas.microsoft.com/office/drawing/2014/main" id="{1C93B8F9-72F6-DBE1-DB97-C9E42233AB0C}"/>
              </a:ext>
            </a:extLst>
          </p:cNvPr>
          <p:cNvSpPr txBox="1">
            <a:spLocks/>
          </p:cNvSpPr>
          <p:nvPr/>
        </p:nvSpPr>
        <p:spPr bwMode="auto">
          <a:xfrm>
            <a:off x="4533640" y="342334"/>
            <a:ext cx="3123133" cy="4320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defRPr sz="8000"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9pPr>
          </a:lstStyle>
          <a:p>
            <a:r>
              <a:rPr lang="en-US" sz="2800" kern="0" dirty="0"/>
              <a:t>Report 19.10.2026</a:t>
            </a:r>
          </a:p>
        </p:txBody>
      </p:sp>
      <p:sp>
        <p:nvSpPr>
          <p:cNvPr id="9" name="Date Placeholder 9">
            <a:extLst>
              <a:ext uri="{FF2B5EF4-FFF2-40B4-BE49-F238E27FC236}">
                <a16:creationId xmlns:a16="http://schemas.microsoft.com/office/drawing/2014/main" id="{09FD4E48-665B-257B-23D0-0BD33FB9FA9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17598" y="6517037"/>
            <a:ext cx="733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fld id="{3DF5C358-002F-4FFE-AE51-8D3FBE9A7FC8}" type="datetimeFigureOut">
              <a:rPr lang="en-US" smtClean="0"/>
              <a:pPr/>
              <a:t>10/26/2026</a:t>
            </a:fld>
            <a:endParaRPr lang="en-US" dirty="0"/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9825421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cell data - do not delete" hidden="1">
            <a:extLst>
              <a:ext uri="{FF2B5EF4-FFF2-40B4-BE49-F238E27FC236}">
                <a16:creationId xmlns:a16="http://schemas.microsoft.com/office/drawing/2014/main" id="{06B9FCE2-F651-8C7C-624E-1753F7AAD674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1459247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7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06B9FCE2-F651-8C7C-624E-1753F7AAD67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150319D6-C188-9408-5641-BEDFBB989D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D4CAD9-674C-AB63-DAE6-2DACC5C298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74726" y="1706328"/>
            <a:ext cx="6480720" cy="4545578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The </a:t>
            </a:r>
            <a:r>
              <a:rPr lang="en-US" b="1" dirty="0"/>
              <a:t>IEC standard 61400-1 Ed. 4 </a:t>
            </a:r>
            <a:r>
              <a:rPr lang="en-US" dirty="0"/>
              <a:t>recommends two models for the wake added turbulence: </a:t>
            </a:r>
            <a:r>
              <a:rPr lang="en-US" b="1" dirty="0"/>
              <a:t>Sten Frandsen (SF) </a:t>
            </a:r>
            <a:r>
              <a:rPr lang="en-US" dirty="0"/>
              <a:t>and</a:t>
            </a:r>
            <a:r>
              <a:rPr lang="en-US" b="1" dirty="0"/>
              <a:t> Dynamic Wake Meandering (DWM)</a:t>
            </a:r>
          </a:p>
          <a:p>
            <a:pPr>
              <a:buFont typeface="Arial" panose="020B0604020202020204" pitchFamily="34" charset="0"/>
              <a:buChar char="•"/>
            </a:pPr>
            <a:endParaRPr lang="en-US" b="1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General scientific agreement that </a:t>
            </a:r>
            <a:r>
              <a:rPr lang="en-US" b="1" dirty="0"/>
              <a:t>SF </a:t>
            </a:r>
            <a:r>
              <a:rPr lang="en-US" b="1" dirty="0">
                <a:solidFill>
                  <a:srgbClr val="FF0000"/>
                </a:solidFill>
              </a:rPr>
              <a:t>overpredicts</a:t>
            </a:r>
            <a:r>
              <a:rPr lang="en-US" b="1" dirty="0"/>
              <a:t> </a:t>
            </a:r>
            <a:r>
              <a:rPr lang="en-US" dirty="0"/>
              <a:t>and </a:t>
            </a:r>
            <a:r>
              <a:rPr lang="en-US" b="1" dirty="0"/>
              <a:t>DWM </a:t>
            </a:r>
            <a:r>
              <a:rPr lang="en-US" b="1" dirty="0">
                <a:solidFill>
                  <a:schemeClr val="accent2"/>
                </a:solidFill>
              </a:rPr>
              <a:t>underpredicts</a:t>
            </a:r>
            <a:r>
              <a:rPr lang="en-US" dirty="0"/>
              <a:t> damage equivalent loads (DEL):</a:t>
            </a:r>
          </a:p>
          <a:p>
            <a:pPr>
              <a:buFont typeface="Arial" panose="020B0604020202020204" pitchFamily="34" charset="0"/>
              <a:buChar char="•"/>
            </a:pPr>
            <a:endParaRPr lang="en-US" b="1" dirty="0"/>
          </a:p>
          <a:p>
            <a:pPr>
              <a:buFont typeface="Arial" panose="020B0604020202020204" pitchFamily="34" charset="0"/>
              <a:buChar char="•"/>
            </a:pPr>
            <a:endParaRPr lang="en-US" b="1" dirty="0"/>
          </a:p>
          <a:p>
            <a:pPr>
              <a:buFont typeface="Arial" panose="020B0604020202020204" pitchFamily="34" charset="0"/>
              <a:buChar char="•"/>
            </a:pPr>
            <a:endParaRPr lang="en-US" b="1" dirty="0"/>
          </a:p>
          <a:p>
            <a:pPr>
              <a:buFont typeface="Arial" panose="020B0604020202020204" pitchFamily="34" charset="0"/>
              <a:buChar char="•"/>
            </a:pPr>
            <a:endParaRPr lang="en-US" b="1" dirty="0"/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1FDC475-40A2-115E-B27D-EFC0DA5AACF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1C9F3E2-ADE3-F08B-6F67-C69BBC0B0B8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2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7E0C77DF-648F-8665-9C34-79A0E22F98BA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1B01C7F9-30B0-4FBC-A6B8-8308C5D46E4D}" type="datetime1">
              <a:rPr lang="en-US" smtClean="0"/>
              <a:t>10/26/2026</a:t>
            </a:fld>
            <a:endParaRPr lang="en-US" dirty="0"/>
          </a:p>
        </p:txBody>
      </p:sp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547ABE4C-9CC1-73AE-53C8-A9545D6307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9807475"/>
              </p:ext>
            </p:extLst>
          </p:nvPr>
        </p:nvGraphicFramePr>
        <p:xfrm>
          <a:off x="694606" y="3573016"/>
          <a:ext cx="11132466" cy="2595544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3263813">
                  <a:extLst>
                    <a:ext uri="{9D8B030D-6E8A-4147-A177-3AD203B41FA5}">
                      <a16:colId xmlns:a16="http://schemas.microsoft.com/office/drawing/2014/main" val="447450146"/>
                    </a:ext>
                  </a:extLst>
                </a:gridCol>
                <a:gridCol w="4157831">
                  <a:extLst>
                    <a:ext uri="{9D8B030D-6E8A-4147-A177-3AD203B41FA5}">
                      <a16:colId xmlns:a16="http://schemas.microsoft.com/office/drawing/2014/main" val="787903965"/>
                    </a:ext>
                  </a:extLst>
                </a:gridCol>
                <a:gridCol w="3710822">
                  <a:extLst>
                    <a:ext uri="{9D8B030D-6E8A-4147-A177-3AD203B41FA5}">
                      <a16:colId xmlns:a16="http://schemas.microsoft.com/office/drawing/2014/main" val="223513236"/>
                    </a:ext>
                  </a:extLst>
                </a:gridCol>
              </a:tblGrid>
              <a:tr h="370792">
                <a:tc>
                  <a:txBody>
                    <a:bodyPr/>
                    <a:lstStyle/>
                    <a:p>
                      <a:pPr algn="ctr" rtl="0"/>
                      <a:r>
                        <a:rPr lang="en-US" sz="1400" noProof="0" dirty="0"/>
                        <a:t>Source</a:t>
                      </a:r>
                    </a:p>
                  </a:txBody>
                  <a:tcPr marL="91428" marR="91428" marT="45714" marB="45714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sz="1400" noProof="0" dirty="0"/>
                        <a:t>SF</a:t>
                      </a:r>
                    </a:p>
                  </a:txBody>
                  <a:tcPr marL="91428" marR="91428" marT="45714" marB="45714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sz="1400" noProof="0" dirty="0"/>
                        <a:t>DWM</a:t>
                      </a:r>
                    </a:p>
                  </a:txBody>
                  <a:tcPr marL="91428" marR="91428" marT="45714" marB="45714"/>
                </a:tc>
                <a:extLst>
                  <a:ext uri="{0D108BD9-81ED-4DB2-BD59-A6C34878D82A}">
                    <a16:rowId xmlns:a16="http://schemas.microsoft.com/office/drawing/2014/main" val="2404647757"/>
                  </a:ext>
                </a:extLst>
              </a:tr>
              <a:tr h="370792"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/>
                        <a:t>Steiner, et al. (2025) [1]</a:t>
                      </a:r>
                    </a:p>
                  </a:txBody>
                  <a:tcPr marL="91428" marR="91428" marT="45714" marB="45714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/>
                        <a:t>-</a:t>
                      </a:r>
                    </a:p>
                  </a:txBody>
                  <a:tcPr marL="91428" marR="91428" marT="45714" marB="45714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 err="1"/>
                        <a:t>Twr</a:t>
                      </a:r>
                      <a:r>
                        <a:rPr lang="en-US" sz="1400" noProof="0" dirty="0"/>
                        <a:t> bot DEL </a:t>
                      </a:r>
                      <a:r>
                        <a:rPr lang="en-US" sz="1400" b="1" noProof="0" dirty="0">
                          <a:solidFill>
                            <a:schemeClr val="accent2"/>
                          </a:solidFill>
                        </a:rPr>
                        <a:t>75% lower </a:t>
                      </a:r>
                      <a:r>
                        <a:rPr lang="en-US" sz="1400" noProof="0" dirty="0"/>
                        <a:t>than LES + HAWC2</a:t>
                      </a:r>
                    </a:p>
                  </a:txBody>
                  <a:tcPr marL="91428" marR="91428" marT="45714" marB="45714"/>
                </a:tc>
                <a:extLst>
                  <a:ext uri="{0D108BD9-81ED-4DB2-BD59-A6C34878D82A}">
                    <a16:rowId xmlns:a16="http://schemas.microsoft.com/office/drawing/2014/main" val="623665890"/>
                  </a:ext>
                </a:extLst>
              </a:tr>
              <a:tr h="370792"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/>
                        <a:t>Bernard, et al. (2024) [2]</a:t>
                      </a:r>
                    </a:p>
                  </a:txBody>
                  <a:tcPr marL="91428" marR="91428" marT="45714" marB="45714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 err="1"/>
                        <a:t>Twr</a:t>
                      </a:r>
                      <a:r>
                        <a:rPr lang="en-US" sz="1400" noProof="0" dirty="0"/>
                        <a:t> top DEL </a:t>
                      </a:r>
                      <a:r>
                        <a:rPr lang="en-US" sz="1400" b="1" noProof="0" dirty="0">
                          <a:solidFill>
                            <a:srgbClr val="FF0000"/>
                          </a:solidFill>
                        </a:rPr>
                        <a:t>28% higher </a:t>
                      </a:r>
                      <a:r>
                        <a:rPr lang="en-US" sz="1400" noProof="0" dirty="0"/>
                        <a:t>than measurements</a:t>
                      </a:r>
                    </a:p>
                  </a:txBody>
                  <a:tcPr marL="91428" marR="91428" marT="45714" marB="45714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 err="1"/>
                        <a:t>Twr</a:t>
                      </a:r>
                      <a:r>
                        <a:rPr lang="en-US" sz="1400" noProof="0" dirty="0"/>
                        <a:t> top DEL </a:t>
                      </a:r>
                      <a:r>
                        <a:rPr lang="en-US" sz="1400" b="1" noProof="0" dirty="0">
                          <a:solidFill>
                            <a:schemeClr val="accent2"/>
                          </a:solidFill>
                        </a:rPr>
                        <a:t>35% lower </a:t>
                      </a:r>
                      <a:r>
                        <a:rPr lang="en-US" sz="1400" noProof="0" dirty="0"/>
                        <a:t>than measurements</a:t>
                      </a:r>
                    </a:p>
                  </a:txBody>
                  <a:tcPr marL="91428" marR="91428" marT="45714" marB="45714"/>
                </a:tc>
                <a:extLst>
                  <a:ext uri="{0D108BD9-81ED-4DB2-BD59-A6C34878D82A}">
                    <a16:rowId xmlns:a16="http://schemas.microsoft.com/office/drawing/2014/main" val="3957335546"/>
                  </a:ext>
                </a:extLst>
              </a:tr>
              <a:tr h="370792"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 err="1"/>
                        <a:t>Reinwardt</a:t>
                      </a:r>
                      <a:r>
                        <a:rPr lang="en-US" sz="1400" noProof="0" dirty="0"/>
                        <a:t>, et al. (2021) [3]</a:t>
                      </a:r>
                    </a:p>
                  </a:txBody>
                  <a:tcPr marL="91428" marR="91428" marT="45714" marB="45714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/>
                        <a:t>DEL </a:t>
                      </a:r>
                      <a:r>
                        <a:rPr lang="en-US" sz="1400" b="1" noProof="0" dirty="0">
                          <a:solidFill>
                            <a:srgbClr val="FF0000"/>
                          </a:solidFill>
                        </a:rPr>
                        <a:t>10-40% higher</a:t>
                      </a:r>
                      <a:r>
                        <a:rPr lang="en-US" sz="1400" noProof="0" dirty="0"/>
                        <a:t> than measurements</a:t>
                      </a:r>
                    </a:p>
                  </a:txBody>
                  <a:tcPr marL="91428" marR="91428" marT="45714" marB="45714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/>
                        <a:t>DEL </a:t>
                      </a:r>
                      <a:r>
                        <a:rPr lang="en-US" sz="1400" b="1" noProof="0" dirty="0">
                          <a:solidFill>
                            <a:srgbClr val="FF0000"/>
                          </a:solidFill>
                        </a:rPr>
                        <a:t>2-10% higher </a:t>
                      </a:r>
                      <a:r>
                        <a:rPr lang="en-US" sz="1400" noProof="0" dirty="0"/>
                        <a:t>than measurements</a:t>
                      </a:r>
                    </a:p>
                  </a:txBody>
                  <a:tcPr marL="91428" marR="91428" marT="45714" marB="45714"/>
                </a:tc>
                <a:extLst>
                  <a:ext uri="{0D108BD9-81ED-4DB2-BD59-A6C34878D82A}">
                    <a16:rowId xmlns:a16="http://schemas.microsoft.com/office/drawing/2014/main" val="721164362"/>
                  </a:ext>
                </a:extLst>
              </a:tr>
              <a:tr h="370792"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/>
                        <a:t>Larsen, et al. (2017) [4]</a:t>
                      </a:r>
                    </a:p>
                  </a:txBody>
                  <a:tcPr marL="91428" marR="91428" marT="45714" marB="45714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/>
                        <a:t>-</a:t>
                      </a:r>
                    </a:p>
                  </a:txBody>
                  <a:tcPr marL="91428" marR="91428" marT="45714" marB="45714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 err="1"/>
                        <a:t>Twr</a:t>
                      </a:r>
                      <a:r>
                        <a:rPr lang="en-US" sz="1400" noProof="0" dirty="0"/>
                        <a:t> DEL </a:t>
                      </a:r>
                      <a:r>
                        <a:rPr lang="en-US" sz="1400" b="1" noProof="0" dirty="0">
                          <a:solidFill>
                            <a:schemeClr val="accent2"/>
                          </a:solidFill>
                        </a:rPr>
                        <a:t>20% lower </a:t>
                      </a:r>
                      <a:r>
                        <a:rPr lang="en-US" sz="1400" noProof="0" dirty="0"/>
                        <a:t>than measurements</a:t>
                      </a:r>
                    </a:p>
                  </a:txBody>
                  <a:tcPr marL="91428" marR="91428" marT="45714" marB="45714"/>
                </a:tc>
                <a:extLst>
                  <a:ext uri="{0D108BD9-81ED-4DB2-BD59-A6C34878D82A}">
                    <a16:rowId xmlns:a16="http://schemas.microsoft.com/office/drawing/2014/main" val="3539712755"/>
                  </a:ext>
                </a:extLst>
              </a:tr>
              <a:tr h="370792"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/>
                        <a:t>Andersen, et al. (2016) [5]</a:t>
                      </a:r>
                    </a:p>
                  </a:txBody>
                  <a:tcPr marL="91428" marR="91428" marT="45714" marB="45714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/>
                        <a:t>Effective TI </a:t>
                      </a:r>
                      <a:r>
                        <a:rPr lang="en-US" sz="1400" b="1" noProof="0" dirty="0">
                          <a:solidFill>
                            <a:srgbClr val="FF0000"/>
                          </a:solidFill>
                        </a:rPr>
                        <a:t>20-30% higher </a:t>
                      </a:r>
                      <a:r>
                        <a:rPr lang="en-US" sz="1400" noProof="0" dirty="0"/>
                        <a:t>than LES</a:t>
                      </a:r>
                    </a:p>
                  </a:txBody>
                  <a:tcPr marL="91428" marR="91428" marT="45714" marB="45714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/>
                        <a:t>-</a:t>
                      </a:r>
                    </a:p>
                  </a:txBody>
                  <a:tcPr marL="91428" marR="91428" marT="45714" marB="45714"/>
                </a:tc>
                <a:extLst>
                  <a:ext uri="{0D108BD9-81ED-4DB2-BD59-A6C34878D82A}">
                    <a16:rowId xmlns:a16="http://schemas.microsoft.com/office/drawing/2014/main" val="3284663124"/>
                  </a:ext>
                </a:extLst>
              </a:tr>
              <a:tr h="370792"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/>
                        <a:t>Larsen, et al. (2013) [6]</a:t>
                      </a:r>
                    </a:p>
                  </a:txBody>
                  <a:tcPr marL="91428" marR="91428" marT="45714" marB="45714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/>
                        <a:t>-</a:t>
                      </a:r>
                    </a:p>
                  </a:txBody>
                  <a:tcPr marL="91428" marR="91428" marT="45714" marB="45714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 err="1"/>
                        <a:t>Twr</a:t>
                      </a:r>
                      <a:r>
                        <a:rPr lang="en-US" sz="1400" noProof="0" dirty="0"/>
                        <a:t> DEL </a:t>
                      </a:r>
                      <a:r>
                        <a:rPr lang="en-US" sz="1400" b="1" noProof="0" dirty="0">
                          <a:solidFill>
                            <a:schemeClr val="accent2"/>
                          </a:solidFill>
                        </a:rPr>
                        <a:t>15-20% lower </a:t>
                      </a:r>
                      <a:r>
                        <a:rPr lang="en-US" sz="1400" noProof="0" dirty="0"/>
                        <a:t>than measurements </a:t>
                      </a:r>
                    </a:p>
                  </a:txBody>
                  <a:tcPr marL="91428" marR="91428" marT="45714" marB="45714"/>
                </a:tc>
                <a:extLst>
                  <a:ext uri="{0D108BD9-81ED-4DB2-BD59-A6C34878D82A}">
                    <a16:rowId xmlns:a16="http://schemas.microsoft.com/office/drawing/2014/main" val="883033378"/>
                  </a:ext>
                </a:extLst>
              </a:tr>
            </a:tbl>
          </a:graphicData>
        </a:graphic>
      </p:graphicFrame>
      <p:pic>
        <p:nvPicPr>
          <p:cNvPr id="21" name="Picture 20">
            <a:extLst>
              <a:ext uri="{FF2B5EF4-FFF2-40B4-BE49-F238E27FC236}">
                <a16:creationId xmlns:a16="http://schemas.microsoft.com/office/drawing/2014/main" id="{BB915CE0-19D3-0C68-3859-08FD46199C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58677" y="1135811"/>
            <a:ext cx="3164073" cy="225088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605682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" name="thinkcell data - do not delete" hidden="1">
            <a:extLst>
              <a:ext uri="{FF2B5EF4-FFF2-40B4-BE49-F238E27FC236}">
                <a16:creationId xmlns:a16="http://schemas.microsoft.com/office/drawing/2014/main" id="{B37C0049-C0D8-AF08-A5E5-F1CBFAAE6F91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7853901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19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B37C0049-C0D8-AF08-A5E5-F1CBFAAE6F9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4E6AA1EE-EFFC-8F39-F3F9-7790DCA04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Motivation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A11821B-A6CE-F6CD-5475-595FB6E6D21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7129FE-6AF0-E804-BD00-389D3FA3DB0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3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5551F4FC-68E6-47AD-C9D0-11B0446D8349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9A32A5FA-70CC-411E-93C0-21EE3B8C34BC}" type="datetime1">
              <a:rPr lang="en-US" smtClean="0"/>
              <a:t>10/26/2026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2C8DF95-B1AE-A1AF-6DB0-AB2FCD114C5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6263" t="10711" r="23529"/>
          <a:stretch>
            <a:fillRect/>
          </a:stretch>
        </p:blipFill>
        <p:spPr>
          <a:xfrm>
            <a:off x="766614" y="2717904"/>
            <a:ext cx="3669930" cy="350047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B784730-F3F9-1EEA-8C2C-A86D4618BA2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0805" t="10711" r="23682"/>
          <a:stretch>
            <a:fillRect/>
          </a:stretch>
        </p:blipFill>
        <p:spPr>
          <a:xfrm>
            <a:off x="4563729" y="2708920"/>
            <a:ext cx="3424519" cy="350047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7C393EA-7D89-7072-BB67-2C8A5120349F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9328" t="10607" r="23170"/>
          <a:stretch>
            <a:fillRect/>
          </a:stretch>
        </p:blipFill>
        <p:spPr>
          <a:xfrm>
            <a:off x="8083852" y="2708920"/>
            <a:ext cx="3563047" cy="3539008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C29F069A-9835-1645-70ED-E6A04A837AC1}"/>
              </a:ext>
            </a:extLst>
          </p:cNvPr>
          <p:cNvSpPr txBox="1"/>
          <p:nvPr/>
        </p:nvSpPr>
        <p:spPr>
          <a:xfrm>
            <a:off x="1012025" y="1988840"/>
            <a:ext cx="3551704" cy="648512"/>
          </a:xfrm>
          <a:prstGeom prst="rect">
            <a:avLst/>
          </a:prstGeom>
          <a:noFill/>
        </p:spPr>
        <p:txBody>
          <a:bodyPr wrap="square" lIns="90000" tIns="46800" rIns="90000" bIns="46800" rtlCol="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Mann model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+ SF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1134A61-2539-AE9E-5B4C-53EE23B9C28B}"/>
              </a:ext>
            </a:extLst>
          </p:cNvPr>
          <p:cNvSpPr txBox="1"/>
          <p:nvPr/>
        </p:nvSpPr>
        <p:spPr>
          <a:xfrm>
            <a:off x="4477530" y="1988840"/>
            <a:ext cx="3551704" cy="648512"/>
          </a:xfrm>
          <a:prstGeom prst="rect">
            <a:avLst/>
          </a:prstGeom>
          <a:noFill/>
        </p:spPr>
        <p:txBody>
          <a:bodyPr wrap="square" lIns="90000" tIns="46800" rIns="90000" bIns="46800" rtlCol="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Mann model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+ DWM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F8E8E44-8D01-1438-5B68-29FDEFA8243F}"/>
              </a:ext>
            </a:extLst>
          </p:cNvPr>
          <p:cNvSpPr txBox="1"/>
          <p:nvPr/>
        </p:nvSpPr>
        <p:spPr>
          <a:xfrm>
            <a:off x="8255446" y="2127339"/>
            <a:ext cx="3551704" cy="371513"/>
          </a:xfrm>
          <a:prstGeom prst="rect">
            <a:avLst/>
          </a:prstGeom>
          <a:noFill/>
        </p:spPr>
        <p:txBody>
          <a:bodyPr wrap="square" lIns="90000" tIns="46800" rIns="90000" bIns="46800" rtlCol="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LES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F093C9D-A71F-D78F-8072-771C702B1A72}"/>
              </a:ext>
            </a:extLst>
          </p:cNvPr>
          <p:cNvSpPr/>
          <p:nvPr/>
        </p:nvSpPr>
        <p:spPr bwMode="auto">
          <a:xfrm>
            <a:off x="4477531" y="1844824"/>
            <a:ext cx="3606322" cy="4364572"/>
          </a:xfrm>
          <a:prstGeom prst="rect">
            <a:avLst/>
          </a:prstGeom>
          <a:noFill/>
          <a:ln w="76200" cap="flat" cmpd="sng" algn="ctr">
            <a:solidFill>
              <a:srgbClr val="C00000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1687958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cell data - do not delete" hidden="1">
            <a:extLst>
              <a:ext uri="{FF2B5EF4-FFF2-40B4-BE49-F238E27FC236}">
                <a16:creationId xmlns:a16="http://schemas.microsoft.com/office/drawing/2014/main" id="{FA0769AC-D3E3-CCCB-07FB-72EECD4CDA5A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609553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7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FA0769AC-D3E3-CCCB-07FB-72EECD4CDA5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ECD16A42-3C94-D6AA-DA74-2EC1CC1EA2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64FFBC-1746-623E-4225-D031BAA482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Central assumption of DWM: the transport of the wake deficit can be described as a </a:t>
            </a:r>
            <a:r>
              <a:rPr lang="en-US" b="1" dirty="0"/>
              <a:t>passive-tracer </a:t>
            </a:r>
            <a:r>
              <a:rPr lang="en-US" dirty="0"/>
              <a:t>driven by large-scale turbulence</a:t>
            </a:r>
          </a:p>
          <a:p>
            <a:endParaRPr lang="en-US" dirty="0"/>
          </a:p>
          <a:p>
            <a:r>
              <a:rPr lang="en-US" dirty="0"/>
              <a:t>This implies that there exists a moving frame of reference, where the </a:t>
            </a:r>
            <a:r>
              <a:rPr lang="en-US" b="1" dirty="0"/>
              <a:t>wake deficit is independent of the large-scale motions</a:t>
            </a:r>
          </a:p>
          <a:p>
            <a:endParaRPr lang="en-US" b="1" dirty="0"/>
          </a:p>
          <a:p>
            <a:r>
              <a:rPr lang="en-US" dirty="0"/>
              <a:t>We will attempt to ”</a:t>
            </a:r>
            <a:r>
              <a:rPr lang="en-US" dirty="0" err="1"/>
              <a:t>unsmear</a:t>
            </a:r>
            <a:r>
              <a:rPr lang="en-US" dirty="0"/>
              <a:t>” the effects of wake meandering from an LES flow, to </a:t>
            </a:r>
            <a:r>
              <a:rPr lang="en-US" b="1" dirty="0"/>
              <a:t>test whether meandering can be treated as independent from wake evolution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94848F-85A1-49EE-7CEF-0E8CFF88021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073DB9-F191-2DBC-CCE0-913D7537346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4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4A0487B0-CB35-8C25-3F49-1A2E64AAF933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87EDC62A-EA21-479E-8996-888308C5414C}" type="datetime1">
              <a:rPr lang="en-US" smtClean="0"/>
              <a:t>10/26/2026</a:t>
            </a:fld>
            <a:endParaRPr 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11F28BF-46FA-2352-9B22-57C29814E4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582" y="4289143"/>
            <a:ext cx="4998662" cy="216419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6401C504-F43D-136F-400D-030562089AB4}"/>
              </a:ext>
            </a:extLst>
          </p:cNvPr>
          <p:cNvSpPr txBox="1"/>
          <p:nvPr/>
        </p:nvSpPr>
        <p:spPr>
          <a:xfrm>
            <a:off x="9047534" y="6241019"/>
            <a:ext cx="231490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+mn-lt"/>
              </a:rPr>
              <a:t>Source: T.J. Larsen et al., 2012 </a:t>
            </a:r>
          </a:p>
        </p:txBody>
      </p:sp>
    </p:spTree>
    <p:extLst>
      <p:ext uri="{BB962C8B-B14F-4D97-AF65-F5344CB8AC3E}">
        <p14:creationId xmlns:p14="http://schemas.microsoft.com/office/powerpoint/2010/main" val="33415830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cell data - do not delete" hidden="1">
            <a:extLst>
              <a:ext uri="{FF2B5EF4-FFF2-40B4-BE49-F238E27FC236}">
                <a16:creationId xmlns:a16="http://schemas.microsoft.com/office/drawing/2014/main" id="{653747DB-500C-F72B-C6D9-04CDF4DED381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9685649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2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653747DB-500C-F72B-C6D9-04CDF4DED38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59039D-58FB-90CE-8ED3-A9440DBEA3EB}"/>
              </a:ext>
            </a:extLst>
          </p:cNvPr>
          <p:cNvSpPr txBox="1">
            <a:spLocks/>
          </p:cNvSpPr>
          <p:nvPr/>
        </p:nvSpPr>
        <p:spPr bwMode="auto">
          <a:xfrm>
            <a:off x="1774726" y="1706328"/>
            <a:ext cx="9312374" cy="454557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19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4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2pPr>
            <a:lvl3pPr marL="6156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</a:defRPr>
            </a:lvl3pPr>
            <a:lvl4pPr marL="82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4pPr>
            <a:lvl5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5pPr>
            <a:lvl6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6pPr>
            <a:lvl7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7pPr>
            <a:lvl8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8pPr>
            <a:lvl9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en-US" kern="0" dirty="0"/>
              <a:t>LES simulation results available (same as in Steiner et al., 2025): </a:t>
            </a:r>
          </a:p>
          <a:p>
            <a:pPr lvl="1"/>
            <a:r>
              <a:rPr lang="en-US" kern="0" dirty="0"/>
              <a:t>Single WTG (IEA 22MW): modeled as an actuator disc coupled to HAWC2</a:t>
            </a:r>
          </a:p>
          <a:p>
            <a:pPr lvl="1"/>
            <a:r>
              <a:rPr lang="en-US" kern="0" dirty="0"/>
              <a:t>Conventionally neutral boundary layer</a:t>
            </a:r>
          </a:p>
          <a:p>
            <a:pPr lvl="1"/>
            <a:r>
              <a:rPr lang="en-US" kern="0" dirty="0"/>
              <a:t>Resolution of 32 cells per diameter </a:t>
            </a:r>
          </a:p>
          <a:p>
            <a:pPr lvl="1"/>
            <a:r>
              <a:rPr lang="en-US" kern="0" dirty="0"/>
              <a:t>Wind speed planes (Y-Z) at 5D and 10D downstream the WTG, also 2D upstream</a:t>
            </a: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47488D8A-FD9D-A3E2-0B4D-4ED61146D2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4726" y="885647"/>
            <a:ext cx="9312374" cy="513195"/>
          </a:xfrm>
        </p:spPr>
        <p:txBody>
          <a:bodyPr vert="horz" rIns="0"/>
          <a:lstStyle/>
          <a:p>
            <a:r>
              <a:rPr lang="en-US" dirty="0"/>
              <a:t>Set-up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C039CF2-45DE-5432-1414-79802D7E850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4787466" y="6541200"/>
            <a:ext cx="3286894" cy="316800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 sz="800" dirty="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EFE0B0B-AAB4-C020-BDFB-8F6380B68AE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506450" y="6541200"/>
            <a:ext cx="432600" cy="316800"/>
          </a:xfrm>
        </p:spPr>
        <p:txBody>
          <a:bodyPr anchor="ctr">
            <a:normAutofit/>
          </a:bodyPr>
          <a:lstStyle/>
          <a:p>
            <a:fld id="{103EA872-A674-449B-A120-B97244F8E91D}" type="slidenum">
              <a:rPr lang="en-GB" smtClean="0"/>
              <a:pPr/>
              <a:t>5</a:t>
            </a:fld>
            <a:endParaRPr lang="en-GB" dirty="0"/>
          </a:p>
        </p:txBody>
      </p:sp>
      <p:pic>
        <p:nvPicPr>
          <p:cNvPr id="22" name="Content Placeholder 21">
            <a:extLst>
              <a:ext uri="{FF2B5EF4-FFF2-40B4-BE49-F238E27FC236}">
                <a16:creationId xmlns:a16="http://schemas.microsoft.com/office/drawing/2014/main" id="{41B0FF26-B205-9AAD-A80E-C8C01579689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9504" b="2300"/>
          <a:stretch>
            <a:fillRect/>
          </a:stretch>
        </p:blipFill>
        <p:spPr bwMode="auto">
          <a:xfrm>
            <a:off x="1793521" y="3445443"/>
            <a:ext cx="9312275" cy="30799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3" name="Date Placeholder 9">
            <a:extLst>
              <a:ext uri="{FF2B5EF4-FFF2-40B4-BE49-F238E27FC236}">
                <a16:creationId xmlns:a16="http://schemas.microsoft.com/office/drawing/2014/main" id="{82C78FE6-A666-B414-4483-5F9564CA3C0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17598" y="6517037"/>
            <a:ext cx="733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fld id="{3DF5C358-002F-4FFE-AE51-8D3FBE9A7FC8}" type="datetimeFigureOut">
              <a:rPr lang="en-US" smtClean="0"/>
              <a:pPr/>
              <a:t>10/26/2026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73080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cell data - do not delete" hidden="1">
            <a:extLst>
              <a:ext uri="{FF2B5EF4-FFF2-40B4-BE49-F238E27FC236}">
                <a16:creationId xmlns:a16="http://schemas.microsoft.com/office/drawing/2014/main" id="{7DF50539-128F-0CB4-5E53-944B2775D1BC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3391002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3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7DF50539-128F-0CB4-5E53-944B2775D1B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3F612DB9-1130-E7CC-D701-F046DB80E4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Flow visualization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073620BD-50F9-AD62-F4BF-01DE69CD413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885950" y="1706563"/>
            <a:ext cx="9090024" cy="45450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66AF09-4663-6AAD-3F9E-A19FB4C05D7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239E92-28CE-E458-3B8D-505355CB420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6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5245F3CB-1E57-182F-6590-8B6960A6D531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1EAB4983-738D-48EC-8B3B-68BEDA0D2F3E}" type="datetime1">
              <a:rPr lang="en-US" smtClean="0"/>
              <a:t>10/26/2026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77785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cell data - do not delete" hidden="1">
            <a:extLst>
              <a:ext uri="{FF2B5EF4-FFF2-40B4-BE49-F238E27FC236}">
                <a16:creationId xmlns:a16="http://schemas.microsoft.com/office/drawing/2014/main" id="{6602404A-5445-2E73-65E2-07904BD893CC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06136403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3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6602404A-5445-2E73-65E2-07904BD893C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3133D0-575F-87D0-6120-C35AACAAA23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9A55D8A-A323-FAE3-DE97-30975348524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7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603D0CAB-C913-5A94-5886-FB2E29391F88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EB050DF7-81F0-48EF-8D00-12E52D675DC3}" type="datetime1">
              <a:rPr lang="en-US" smtClean="0"/>
              <a:t>10/26/2026</a:t>
            </a:fld>
            <a:endParaRPr lang="en-US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8CDD283D-C942-594E-9CE2-628C0D0CA76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b="8627"/>
          <a:stretch>
            <a:fillRect/>
          </a:stretch>
        </p:blipFill>
        <p:spPr bwMode="auto">
          <a:xfrm>
            <a:off x="2121383" y="1398842"/>
            <a:ext cx="7947645" cy="50834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3C86370-FB49-9955-657E-44133835E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Methodology: “</a:t>
            </a:r>
            <a:r>
              <a:rPr lang="en-US" dirty="0" err="1"/>
              <a:t>Unsmear</a:t>
            </a:r>
            <a:r>
              <a:rPr lang="en-US" dirty="0"/>
              <a:t>” workflow</a:t>
            </a:r>
          </a:p>
        </p:txBody>
      </p:sp>
    </p:spTree>
    <p:extLst>
      <p:ext uri="{BB962C8B-B14F-4D97-AF65-F5344CB8AC3E}">
        <p14:creationId xmlns:p14="http://schemas.microsoft.com/office/powerpoint/2010/main" val="29453512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cell data - do not delete" hidden="1">
            <a:extLst>
              <a:ext uri="{FF2B5EF4-FFF2-40B4-BE49-F238E27FC236}">
                <a16:creationId xmlns:a16="http://schemas.microsoft.com/office/drawing/2014/main" id="{1553FD90-D78D-4B37-E40D-F1DE3402582E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8426811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3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1553FD90-D78D-4B37-E40D-F1DE3402582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0406AECF-746F-7297-C12C-524ED3F3B1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Methodology: Comparison against LES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132054DC-D8E4-F217-0C62-7D85B41FF75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 bwMode="auto">
          <a:xfrm>
            <a:off x="1885950" y="1706563"/>
            <a:ext cx="9090024" cy="45450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94CA3DC-0419-B96F-45D7-1808A93308A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741FE69-652C-87DE-CEA7-27158B8255D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8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DDD185C-54EB-0951-C773-074165231DC6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ABC5294D-B014-4D29-AA72-4A0BF09E1C4A}" type="datetime1">
              <a:rPr lang="en-US" smtClean="0"/>
              <a:t>10/26/2026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0605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cell data - do not delete" hidden="1">
            <a:extLst>
              <a:ext uri="{FF2B5EF4-FFF2-40B4-BE49-F238E27FC236}">
                <a16:creationId xmlns:a16="http://schemas.microsoft.com/office/drawing/2014/main" id="{75FE5DEB-5F9E-55A7-1DBF-3A1137B6B480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28494583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7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75FE5DEB-5F9E-55A7-1DBF-3A1137B6B48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1022E0B2-B60C-962B-EF18-8F156F63AD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Expected outcomes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287634-C613-8860-582C-505D100D36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Test the validity of the “passive tracer” assumption</a:t>
            </a:r>
          </a:p>
          <a:p>
            <a:endParaRPr lang="en-US" dirty="0"/>
          </a:p>
          <a:p>
            <a:r>
              <a:rPr lang="en-US" dirty="0"/>
              <a:t>If the load results (HAWC2) using directly the LES flow vs the “re-constructed” flow match -&gt; the passive-tracer hypothesis is an acceptable assumption for load estimations</a:t>
            </a:r>
          </a:p>
          <a:p>
            <a:endParaRPr lang="en-US" dirty="0"/>
          </a:p>
          <a:p>
            <a:r>
              <a:rPr lang="en-US" dirty="0"/>
              <a:t>If not -&gt; this could explain the lack of accuracy of loads obtained using DWM </a:t>
            </a:r>
          </a:p>
          <a:p>
            <a:endParaRPr lang="en-US" dirty="0"/>
          </a:p>
          <a:p>
            <a:r>
              <a:rPr lang="en-US" dirty="0"/>
              <a:t>Other testing methodologies are also being discussed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513FC0-4B8F-935B-C832-1F6033700D9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471B11-1C75-EC94-1566-779283BEEF4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9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7BD61BB2-324F-FF91-8098-891EEA4C86C3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5D9374DD-2CF8-48AC-AE4D-01936855A4EC}" type="datetime1">
              <a:rPr lang="en-US" smtClean="0"/>
              <a:t>10/26/2026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9955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cell data - do not delete" hidden="1">
            <a:extLst>
              <a:ext uri="{FF2B5EF4-FFF2-40B4-BE49-F238E27FC236}">
                <a16:creationId xmlns:a16="http://schemas.microsoft.com/office/drawing/2014/main" id="{F58F33AF-BEEA-F98B-7DFF-444F19EB0EE6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51311806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7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F58F33AF-BEEA-F98B-7DFF-444F19EB0EE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013F1D38-0D11-5406-CF6B-C350C80B0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5CB18A-180F-1942-A33E-7E3FBDB27D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Larsen, T. J., Madsen, H. A., Larsen, G. C., &amp; Hansen, K. S. (2013). Validation of the dynamic wake meander model for loads and power production in the Egmond </a:t>
            </a:r>
            <a:r>
              <a:rPr lang="en-US" dirty="0" err="1"/>
              <a:t>aan</a:t>
            </a:r>
            <a:r>
              <a:rPr lang="en-US" dirty="0"/>
              <a:t> Zee wind farm. </a:t>
            </a:r>
            <a:r>
              <a:rPr lang="en-US" i="1" dirty="0"/>
              <a:t>Wind Energy</a:t>
            </a:r>
            <a:r>
              <a:rPr lang="en-US" dirty="0"/>
              <a:t>, </a:t>
            </a:r>
            <a:r>
              <a:rPr lang="en-US" i="1" dirty="0"/>
              <a:t>16</a:t>
            </a:r>
            <a:r>
              <a:rPr lang="en-US" dirty="0"/>
              <a:t>(4), 605–624. </a:t>
            </a:r>
            <a:r>
              <a:rPr lang="en-US" dirty="0">
                <a:hlinkClick r:id="rId5"/>
              </a:rPr>
              <a:t>https://doi.org/10.1002/we.1563</a:t>
            </a:r>
            <a:endParaRPr lang="en-US" dirty="0"/>
          </a:p>
          <a:p>
            <a:endParaRPr lang="en-US" dirty="0"/>
          </a:p>
          <a:p>
            <a:r>
              <a:rPr lang="en-US" dirty="0"/>
              <a:t>Steiner, J., Hodgson, E. L., van der Laan, M. P., Alcayaga, L., Pedersen, M., Andersen, S. J., Larsen, G., &amp; </a:t>
            </a:r>
            <a:r>
              <a:rPr lang="en-US" dirty="0" err="1"/>
              <a:t>Réthoré</a:t>
            </a:r>
            <a:r>
              <a:rPr lang="en-US" dirty="0"/>
              <a:t>, P.-E. (2025). </a:t>
            </a:r>
            <a:r>
              <a:rPr lang="en-US" i="1" dirty="0"/>
              <a:t>A multi-fidelity model benchmark for wake steering of a large turbine in a neutral ABL</a:t>
            </a:r>
            <a:r>
              <a:rPr lang="en-US" dirty="0"/>
              <a:t>. https://doi.org/10.5194/wes-2025-200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F8B5B7A-AB77-A217-0B41-5743F97D768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21326A-77D5-A999-9C94-2609FCEF47F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10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CBF6CD87-FD0F-A5FC-A475-419FF60D43E1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C8E7C67A-8655-4404-A757-DF5B0D8C59A1}" type="datetime1">
              <a:rPr lang="en-US" smtClean="0"/>
              <a:t>10/26/2026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6162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F9952E-88E6-C70F-4C0A-1EDF101C64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cell data - do not delete" hidden="1">
            <a:extLst>
              <a:ext uri="{FF2B5EF4-FFF2-40B4-BE49-F238E27FC236}">
                <a16:creationId xmlns:a16="http://schemas.microsoft.com/office/drawing/2014/main" id="{8781DCCF-826B-9B70-389A-86B42F110B2A}"/>
              </a:ext>
            </a:extLst>
          </p:cNvPr>
          <p:cNvGraphicFramePr>
            <a:graphicFrameLocks/>
          </p:cNvGraphicFramePr>
          <p:nvPr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341252511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6" imgW="484" imgH="486" progId="TCLayout.ActiveDocument.1">
                  <p:embed/>
                </p:oleObj>
              </mc:Choice>
              <mc:Fallback>
                <p:oleObj name="thinkcell Slide" r:id="rId6" imgW="484" imgH="486" progId="TCLayout.ActiveDocument.1">
                  <p:embed/>
                  <p:pic>
                    <p:nvPicPr>
                      <p:cNvPr id="5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8781DCCF-826B-9B70-389A-86B42F110B2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F76B89CA-8DF5-3417-6B5F-F1833E772335}"/>
              </a:ext>
            </a:extLst>
          </p:cNvPr>
          <p:cNvPicPr>
            <a:picLocks noChangeAspect="1"/>
          </p:cNvPicPr>
          <p:nvPr/>
        </p:nvPicPr>
        <p:blipFill rotWithShape="1"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4337"/>
          <a:stretch/>
        </p:blipFill>
        <p:spPr>
          <a:xfrm>
            <a:off x="0" y="44624"/>
            <a:ext cx="12170667" cy="6352559"/>
          </a:xfrm>
          <a:prstGeom prst="rect">
            <a:avLst/>
          </a:prstGeom>
        </p:spPr>
      </p:pic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6AA8208A-5DE8-0761-20B7-4CB82AB510D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 sz="800" dirty="0"/>
              <a:t>A deconstructed comparison of DWM and LES wake aerodynamics</a:t>
            </a:r>
            <a:endParaRPr lang="en-GB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640B5EA-41A8-FBF2-9EC1-F7940AB2673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24C8C45C-947F-4981-8B3F-4F32E973C901}" type="slidenum">
              <a:rPr lang="en-GB" smtClean="0"/>
              <a:pPr/>
              <a:t>11</a:t>
            </a:fld>
            <a:endParaRPr lang="en-GB" dirty="0"/>
          </a:p>
        </p:txBody>
      </p:sp>
      <p:sp>
        <p:nvSpPr>
          <p:cNvPr id="11" name="Title 3">
            <a:extLst>
              <a:ext uri="{FF2B5EF4-FFF2-40B4-BE49-F238E27FC236}">
                <a16:creationId xmlns:a16="http://schemas.microsoft.com/office/drawing/2014/main" id="{D28C045F-6D86-D7FC-9AEC-775CDD145F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9859" y="3545117"/>
            <a:ext cx="10840028" cy="2044123"/>
          </a:xfrm>
        </p:spPr>
        <p:txBody>
          <a:bodyPr vert="horz" rIns="0"/>
          <a:lstStyle/>
          <a:p>
            <a:r>
              <a:rPr lang="en-US" sz="4800" dirty="0"/>
              <a:t>A deconstructed comparison of DWM and LES wake aerodynamics</a:t>
            </a:r>
          </a:p>
        </p:txBody>
      </p:sp>
      <p:sp>
        <p:nvSpPr>
          <p:cNvPr id="12" name="Title 3">
            <a:extLst>
              <a:ext uri="{FF2B5EF4-FFF2-40B4-BE49-F238E27FC236}">
                <a16:creationId xmlns:a16="http://schemas.microsoft.com/office/drawing/2014/main" id="{94C1F8A3-0DA4-549E-A429-E68E6E56967D}"/>
              </a:ext>
            </a:extLst>
          </p:cNvPr>
          <p:cNvSpPr txBox="1">
            <a:spLocks/>
          </p:cNvSpPr>
          <p:nvPr/>
        </p:nvSpPr>
        <p:spPr bwMode="auto">
          <a:xfrm>
            <a:off x="249859" y="2276872"/>
            <a:ext cx="10840028" cy="12682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defRPr sz="8000"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9pPr>
          </a:lstStyle>
          <a:p>
            <a:endParaRPr lang="en-US" sz="3200" b="0" kern="0" dirty="0">
              <a:solidFill>
                <a:schemeClr val="accent6"/>
              </a:solidFill>
            </a:endParaRPr>
          </a:p>
          <a:p>
            <a:r>
              <a:rPr lang="en-US" sz="3200" b="0" kern="0" dirty="0">
                <a:solidFill>
                  <a:schemeClr val="accent6"/>
                </a:solidFill>
              </a:rPr>
              <a:t>Joey Ray Bink</a:t>
            </a:r>
          </a:p>
          <a:p>
            <a:r>
              <a:rPr lang="en-US" sz="3200" b="0" kern="0" dirty="0">
                <a:solidFill>
                  <a:schemeClr val="accent6"/>
                </a:solidFill>
              </a:rPr>
              <a:t>Ignacio Hector Caviglia</a:t>
            </a:r>
            <a:endParaRPr lang="en-GB" sz="3200" b="0" kern="0" dirty="0">
              <a:solidFill>
                <a:schemeClr val="accent6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47730FD-A235-1E0F-DCD6-151AE52E3BC5}"/>
              </a:ext>
            </a:extLst>
          </p:cNvPr>
          <p:cNvPicPr>
            <a:picLocks noChangeAspect="1"/>
          </p:cNvPicPr>
          <p:nvPr/>
        </p:nvPicPr>
        <p:blipFill rotWithShape="1"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336" r="25905"/>
          <a:stretch/>
        </p:blipFill>
        <p:spPr>
          <a:xfrm>
            <a:off x="11267516" y="252716"/>
            <a:ext cx="660959" cy="611284"/>
          </a:xfrm>
          <a:prstGeom prst="rect">
            <a:avLst/>
          </a:prstGeom>
        </p:spPr>
      </p:pic>
      <p:sp>
        <p:nvSpPr>
          <p:cNvPr id="7" name="Title 3">
            <a:extLst>
              <a:ext uri="{FF2B5EF4-FFF2-40B4-BE49-F238E27FC236}">
                <a16:creationId xmlns:a16="http://schemas.microsoft.com/office/drawing/2014/main" id="{9540BC5D-1F7A-E4CB-BE2D-7F454CC95B76}"/>
              </a:ext>
            </a:extLst>
          </p:cNvPr>
          <p:cNvSpPr txBox="1">
            <a:spLocks/>
          </p:cNvSpPr>
          <p:nvPr/>
        </p:nvSpPr>
        <p:spPr bwMode="auto">
          <a:xfrm>
            <a:off x="4533640" y="342334"/>
            <a:ext cx="3123133" cy="4320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defRPr sz="8000"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9pPr>
          </a:lstStyle>
          <a:p>
            <a:r>
              <a:rPr lang="en-US" sz="2800" kern="0" dirty="0"/>
              <a:t>Report 26.10.2026</a:t>
            </a:r>
          </a:p>
        </p:txBody>
      </p:sp>
      <p:sp>
        <p:nvSpPr>
          <p:cNvPr id="9" name="Date Placeholder 9">
            <a:extLst>
              <a:ext uri="{FF2B5EF4-FFF2-40B4-BE49-F238E27FC236}">
                <a16:creationId xmlns:a16="http://schemas.microsoft.com/office/drawing/2014/main" id="{BCC8F361-2630-973B-06E4-4ACD239776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17598" y="6517037"/>
            <a:ext cx="733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fld id="{3DF5C358-002F-4FFE-AE51-8D3FBE9A7FC8}" type="datetimeFigureOut">
              <a:rPr lang="en-US" smtClean="0"/>
              <a:pPr/>
              <a:t>10/26/2026</a:t>
            </a:fld>
            <a:endParaRPr lang="en-US" dirty="0"/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16522441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14D7E9-765A-7DAC-010E-C71F88C56D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cell data - do not delete" hidden="1">
            <a:extLst>
              <a:ext uri="{FF2B5EF4-FFF2-40B4-BE49-F238E27FC236}">
                <a16:creationId xmlns:a16="http://schemas.microsoft.com/office/drawing/2014/main" id="{BD345DEE-108D-1681-4350-FEBF217F25D3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3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BD345DEE-108D-1681-4350-FEBF217F25D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F62A407-0BE0-08F2-B67D-38B29A46213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7D74A4-4912-CE56-D002-8598BC8CD60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12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F5BA3C5E-4D49-1F52-6F0C-AE4AE0E53B34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EB050DF7-81F0-48EF-8D00-12E52D675DC3}" type="datetime1">
              <a:rPr lang="en-US" smtClean="0"/>
              <a:t>10/26/2026</a:t>
            </a:fld>
            <a:endParaRPr lang="en-US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FFD96B60-A106-AC7A-3FBD-2E9562B8339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b="8627"/>
          <a:stretch>
            <a:fillRect/>
          </a:stretch>
        </p:blipFill>
        <p:spPr bwMode="auto">
          <a:xfrm>
            <a:off x="2121383" y="1398842"/>
            <a:ext cx="7947645" cy="50834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3B82145-1FD8-6008-E117-00BDBE2032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Methodology: “</a:t>
            </a:r>
            <a:r>
              <a:rPr lang="en-US" dirty="0" err="1"/>
              <a:t>Unsmear</a:t>
            </a:r>
            <a:r>
              <a:rPr lang="en-US" dirty="0"/>
              <a:t>” workflow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CE767CD-D2BE-97D1-9053-68571E594F27}"/>
              </a:ext>
            </a:extLst>
          </p:cNvPr>
          <p:cNvSpPr/>
          <p:nvPr/>
        </p:nvSpPr>
        <p:spPr bwMode="auto">
          <a:xfrm>
            <a:off x="2638822" y="2780928"/>
            <a:ext cx="4536504" cy="1944216"/>
          </a:xfrm>
          <a:prstGeom prst="rect">
            <a:avLst/>
          </a:prstGeom>
          <a:noFill/>
          <a:ln w="57150" cap="flat" cmpd="sng" algn="ctr">
            <a:solidFill>
              <a:schemeClr val="tx2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740612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cell data - do not delete" hidden="1">
            <a:extLst>
              <a:ext uri="{FF2B5EF4-FFF2-40B4-BE49-F238E27FC236}">
                <a16:creationId xmlns:a16="http://schemas.microsoft.com/office/drawing/2014/main" id="{74C3EEB1-AE57-70B8-6445-9933C8DC0AF2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7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74C3EEB1-AE57-70B8-6445-9933C8DC0AF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95701C3-8402-9C9A-A7E6-4FE09AD395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Gaussian approximation test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2A2241-E328-241A-44DE-C1BD72B3FF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  <a:p>
            <a:r>
              <a:rPr lang="en-US" dirty="0"/>
              <a:t>Going from fix to moving frame of reference:</a:t>
            </a:r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r>
              <a:rPr lang="en-US" b="1" dirty="0"/>
              <a:t>Passive tracer assumption: </a:t>
            </a:r>
            <a:r>
              <a:rPr lang="en-US" dirty="0"/>
              <a:t>the wake deficit is independent of the large-scale motions in the moving frame of reference</a:t>
            </a:r>
            <a:endParaRPr lang="en-US" b="1" i="1" dirty="0">
              <a:latin typeface="Cambria Math" panose="02040503050406030204" pitchFamily="18" charset="0"/>
              <a:ea typeface="Cambria Math" panose="02040503050406030204" pitchFamily="18" charset="0"/>
            </a:endParaRP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558900" lvl="1" indent="-342900">
              <a:buFont typeface="+mj-lt"/>
              <a:buAutoNum type="arabicPeriod"/>
            </a:pPr>
            <a:endParaRPr lang="en-US" dirty="0"/>
          </a:p>
          <a:p>
            <a:pPr marL="216000" lvl="1" indent="0">
              <a:buNone/>
            </a:pP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68C588-218B-4ABC-689A-303CA9F2950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B4F50F2-C070-1676-D171-D9AD20D0089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13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5CD916D8-2328-FCD9-BB48-50DB99250DB9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C2BB3CC2-D564-4641-8DD3-28B819E5FCEB}" type="datetime1">
              <a:rPr lang="en-US" smtClean="0"/>
              <a:t>10/26/2026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14DCCD9-86A7-20B2-EED5-11598592A85D}"/>
                  </a:ext>
                </a:extLst>
              </p:cNvPr>
              <p:cNvSpPr txBox="1"/>
              <p:nvPr/>
            </p:nvSpPr>
            <p:spPr>
              <a:xfrm>
                <a:off x="6176697" y="2617163"/>
                <a:ext cx="4763448" cy="107721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fix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effectLst/>
                    <a:latin typeface="+mn-lt"/>
                    <a:ea typeface="Cambria Math" panose="02040503050406030204" pitchFamily="18" charset="0"/>
                  </a:rPr>
                  <a:t> wake deficit, fix frame of reference</a:t>
                </a:r>
              </a:p>
              <a:p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mov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:r>
                  <a:rPr lang="en-US" dirty="0">
                    <a:latin typeface="+mn-lt"/>
                    <a:ea typeface="Cambria Math" panose="02040503050406030204" pitchFamily="18" charset="0"/>
                  </a:rPr>
                  <a:t>wake deficit, moving frame of reference</a:t>
                </a:r>
                <a:endParaRPr lang="en-US" dirty="0">
                  <a:solidFill>
                    <a:schemeClr val="tx1"/>
                  </a:solidFill>
                  <a:effectLst/>
                  <a:latin typeface="+mn-lt"/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de-DE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 </m:t>
                    </m:r>
                    <m:r>
                      <a:rPr lang="en-US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𝜂</m:t>
                    </m:r>
                    <m:r>
                      <a:rPr lang="de-DE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: </m:t>
                    </m:r>
                  </m:oMath>
                </a14:m>
                <a:r>
                  <a:rPr lang="en-US" i="0" dirty="0">
                    <a:solidFill>
                      <a:schemeClr val="tx1"/>
                    </a:solidFill>
                    <a:effectLst/>
                    <a:latin typeface="+mn-lt"/>
                  </a:rPr>
                  <a:t>wake-center displacement (meandering)</a:t>
                </a: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14DCCD9-86A7-20B2-EED5-11598592A8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6697" y="2617163"/>
                <a:ext cx="4763448" cy="1077218"/>
              </a:xfrm>
              <a:prstGeom prst="rect">
                <a:avLst/>
              </a:prstGeom>
              <a:blipFill>
                <a:blip r:embed="rId5"/>
                <a:stretch>
                  <a:fillRect t="-1695" b="-62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290ACD1-BFA7-DF37-F303-2C17096E1E3D}"/>
                  </a:ext>
                </a:extLst>
              </p:cNvPr>
              <p:cNvSpPr txBox="1"/>
              <p:nvPr/>
            </p:nvSpPr>
            <p:spPr>
              <a:xfrm>
                <a:off x="2494806" y="2878113"/>
                <a:ext cx="314368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spcBef>
                    <a:spcPts val="432"/>
                  </a:spcBef>
                </a:pPr>
                <a14:m>
                  <m:oMathPara xmlns:m="http://schemas.openxmlformats.org/officeDocument/2006/math">
                    <m:oMath>
                      <m:r>
                        <a:rPr lang="en-US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fix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DE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y</m:t>
                      </m:r>
                      <m:r>
                        <a:rPr lang="de-DE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de-DE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t</m:t>
                      </m:r>
                      <m:r>
                        <a:rPr lang="de-DE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)=∆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mov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DE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y</m:t>
                      </m:r>
                      <m:r>
                        <a:rPr lang="de-DE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de-DE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𝜂</m:t>
                      </m:r>
                      <m:r>
                        <a:rPr lang="de-DE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DE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t</m:t>
                      </m:r>
                      <m:r>
                        <a:rPr lang="de-DE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),</m:t>
                      </m:r>
                      <m:r>
                        <m:rPr>
                          <m:sty m:val="p"/>
                        </m:rPr>
                        <a:rPr lang="de-DE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t</m:t>
                      </m:r>
                      <m:r>
                        <a:rPr lang="de-DE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800" dirty="0" err="1">
                  <a:latin typeface="+mn-lt"/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290ACD1-BFA7-DF37-F303-2C17096E1E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94806" y="2878113"/>
                <a:ext cx="3143681" cy="276999"/>
              </a:xfrm>
              <a:prstGeom prst="rect">
                <a:avLst/>
              </a:prstGeom>
              <a:blipFill>
                <a:blip r:embed="rId6"/>
                <a:stretch>
                  <a:fillRect l="-969" r="-2132" b="-347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7A76AFB0-8A63-86F7-A84E-B5537393CF92}"/>
                  </a:ext>
                </a:extLst>
              </p:cNvPr>
              <p:cNvSpPr txBox="1"/>
              <p:nvPr/>
            </p:nvSpPr>
            <p:spPr>
              <a:xfrm>
                <a:off x="7572045" y="5306721"/>
                <a:ext cx="280224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spcBef>
                    <a:spcPts val="432"/>
                  </a:spcBef>
                </a:pPr>
                <a14:m>
                  <m:oMathPara xmlns:m="http://schemas.openxmlformats.org/officeDocument/2006/math">
                    <m:oMath>
                      <m:r>
                        <a:rPr lang="en-US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de-DE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de-DE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U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de-D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fix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DE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y</m:t>
                      </m:r>
                      <m:r>
                        <a:rPr lang="de-DE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)=∆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de-DE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de-DE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U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de-D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mov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DE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y</m:t>
                      </m:r>
                      <m:r>
                        <a:rPr lang="de-DE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)∗</m:t>
                      </m:r>
                      <m:r>
                        <m:rPr>
                          <m:sty m:val="p"/>
                        </m:rPr>
                        <a:rPr lang="de-DE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p</m:t>
                      </m:r>
                      <m:r>
                        <a:rPr lang="de-DE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de-DE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𝜂</m:t>
                      </m:r>
                      <m:r>
                        <a:rPr lang="de-DE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800" dirty="0" err="1">
                  <a:latin typeface="+mn-lt"/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7A76AFB0-8A63-86F7-A84E-B5537393CF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72045" y="5306721"/>
                <a:ext cx="2802242" cy="276999"/>
              </a:xfrm>
              <a:prstGeom prst="rect">
                <a:avLst/>
              </a:prstGeom>
              <a:blipFill>
                <a:blip r:embed="rId7"/>
                <a:stretch>
                  <a:fillRect l="-1304" t="-4444" r="-2391" b="-37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Arrow: Right 21">
            <a:extLst>
              <a:ext uri="{FF2B5EF4-FFF2-40B4-BE49-F238E27FC236}">
                <a16:creationId xmlns:a16="http://schemas.microsoft.com/office/drawing/2014/main" id="{5CE95622-A079-B592-A9DA-BD9E972D91B4}"/>
              </a:ext>
            </a:extLst>
          </p:cNvPr>
          <p:cNvSpPr/>
          <p:nvPr/>
        </p:nvSpPr>
        <p:spPr bwMode="auto">
          <a:xfrm>
            <a:off x="6815286" y="5295309"/>
            <a:ext cx="432048" cy="276999"/>
          </a:xfrm>
          <a:prstGeom prst="rightArrow">
            <a:avLst/>
          </a:prstGeom>
          <a:solidFill>
            <a:schemeClr val="accent2"/>
          </a:solidFill>
          <a:ln w="9525" cap="flat" cmpd="sng" algn="ctr">
            <a:solidFill>
              <a:schemeClr val="accent2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BAD71D68-635F-8422-1A84-89721F5EC649}"/>
                  </a:ext>
                </a:extLst>
              </p:cNvPr>
              <p:cNvSpPr txBox="1"/>
              <p:nvPr/>
            </p:nvSpPr>
            <p:spPr>
              <a:xfrm>
                <a:off x="2782838" y="5295310"/>
                <a:ext cx="4764950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spcBef>
                    <a:spcPts val="432"/>
                  </a:spcBef>
                </a:pPr>
                <a14:m>
                  <m:oMath xmlns:m="http://schemas.openxmlformats.org/officeDocument/2006/math">
                    <m:r>
                      <a:rPr lang="de-DE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sSub>
                      <m:sSubPr>
                        <m:ctrlPr>
                          <a:rPr lang="de-DE" sz="18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sz="18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18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mov</m:t>
                        </m:r>
                      </m:sub>
                    </m:sSub>
                  </m:oMath>
                </a14:m>
                <a:r>
                  <a:rPr lang="en-US" sz="1800" dirty="0"/>
                  <a:t> </a:t>
                </a:r>
                <a:r>
                  <a:rPr lang="en-US" sz="1800" dirty="0">
                    <a:latin typeface="+mn-lt"/>
                  </a:rPr>
                  <a:t>is statistically independent of</a:t>
                </a:r>
                <a:r>
                  <a:rPr lang="en-US" sz="1800" dirty="0"/>
                  <a:t> </a:t>
                </a:r>
                <a14:m>
                  <m:oMath xmlns:m="http://schemas.openxmlformats.org/officeDocument/2006/math">
                    <m:r>
                      <a:rPr lang="de-DE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𝜂</m:t>
                    </m:r>
                  </m:oMath>
                </a14:m>
                <a:r>
                  <a:rPr lang="en-US" sz="1800" dirty="0"/>
                  <a:t>  </a:t>
                </a: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BAD71D68-635F-8422-1A84-89721F5EC6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82838" y="5295310"/>
                <a:ext cx="4764950" cy="276999"/>
              </a:xfrm>
              <a:prstGeom prst="rect">
                <a:avLst/>
              </a:prstGeom>
              <a:blipFill>
                <a:blip r:embed="rId8"/>
                <a:stretch>
                  <a:fillRect l="-1793" t="-26667" b="-5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Arrow: Right 23">
            <a:extLst>
              <a:ext uri="{FF2B5EF4-FFF2-40B4-BE49-F238E27FC236}">
                <a16:creationId xmlns:a16="http://schemas.microsoft.com/office/drawing/2014/main" id="{F5D5DD5A-0F09-1E76-E8CB-1FEDDEA6FB9D}"/>
              </a:ext>
            </a:extLst>
          </p:cNvPr>
          <p:cNvSpPr/>
          <p:nvPr/>
        </p:nvSpPr>
        <p:spPr bwMode="auto">
          <a:xfrm>
            <a:off x="2154976" y="5295311"/>
            <a:ext cx="432048" cy="276999"/>
          </a:xfrm>
          <a:prstGeom prst="rightArrow">
            <a:avLst/>
          </a:prstGeom>
          <a:solidFill>
            <a:schemeClr val="accent2"/>
          </a:solidFill>
          <a:ln w="9525" cap="flat" cmpd="sng" algn="ctr">
            <a:solidFill>
              <a:schemeClr val="accent2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529CD71-CDC9-10B4-0982-78DE8EEE03CD}"/>
              </a:ext>
            </a:extLst>
          </p:cNvPr>
          <p:cNvSpPr/>
          <p:nvPr/>
        </p:nvSpPr>
        <p:spPr bwMode="auto">
          <a:xfrm>
            <a:off x="7463358" y="5157192"/>
            <a:ext cx="3011914" cy="648072"/>
          </a:xfrm>
          <a:prstGeom prst="rect">
            <a:avLst/>
          </a:prstGeom>
          <a:noFill/>
          <a:ln w="9525" cap="flat" cmpd="sng" algn="ctr">
            <a:solidFill>
              <a:schemeClr val="bg1">
                <a:lumMod val="5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1791670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8578A3-A966-DE11-22D0-3A1849101E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cell data - do not delete" hidden="1">
            <a:extLst>
              <a:ext uri="{FF2B5EF4-FFF2-40B4-BE49-F238E27FC236}">
                <a16:creationId xmlns:a16="http://schemas.microsoft.com/office/drawing/2014/main" id="{F2CECBB3-6296-8346-1B88-C26514C277E0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7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F2CECBB3-6296-8346-1B88-C26514C277E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0CF0778D-AF0C-5169-E9F4-BD81762DA2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Gaussian approximation test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F2F788C-8268-7AFD-FB39-EA4B3C6CCC2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endParaRPr lang="en-US" dirty="0"/>
              </a:p>
              <a:p>
                <a:r>
                  <a:rPr lang="en-US" b="1" dirty="0"/>
                  <a:t>Passive tracer assumption: 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m:rPr>
                                <m:sty m:val="p"/>
                              </m:r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U</m:t>
                            </m:r>
                          </m:e>
                        </m:acc>
                      </m:e>
                      <m:sub>
                        <m:r>
                          <m:rPr>
                            <m:sty m:val="p"/>
                          </m:r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fix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y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)=∆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m:rPr>
                                <m:sty m:val="p"/>
                              </m:r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U</m:t>
                            </m:r>
                          </m:e>
                        </m:acc>
                      </m:e>
                      <m:sub>
                        <m:r>
                          <m:rPr>
                            <m:sty m:val="p"/>
                          </m:r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mov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y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)∗</m:t>
                    </m:r>
                    <m:r>
                      <m:rPr>
                        <m:sty m:val="p"/>
                      </m:rP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p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𝜂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The convolution (*) of two gaussian functions,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b="0" i="1" smtClean="0">
                            <a:latin typeface="Cambria Math" panose="02040503050406030204" pitchFamily="18" charset="0"/>
                          </a:rPr>
                          <m:t>f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b="0" i="1" smtClean="0">
                            <a:latin typeface="Cambria Math" panose="02040503050406030204" pitchFamily="18" charset="0"/>
                          </a:rPr>
                          <m:t>f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, is another gaussian function with 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</m:oMath>
                </a14:m>
                <a:r>
                  <a:rPr lang="en-US" dirty="0"/>
                  <a:t> 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If we assume that: </a:t>
                </a:r>
              </a:p>
              <a:p>
                <a:pPr marL="558900" lvl="1" indent="-342900">
                  <a:buFont typeface="+mj-lt"/>
                  <a:buAutoNum type="arabicPeriod"/>
                </a:pPr>
                <a:r>
                  <a:rPr lang="en-US" dirty="0"/>
                  <a:t>the wake in the moving-frame of reference is Gaussian</a:t>
                </a:r>
              </a:p>
              <a:p>
                <a:pPr marL="558900" lvl="1" indent="-342900">
                  <a:buFont typeface="+mj-lt"/>
                  <a:buAutoNum type="arabicPeriod"/>
                </a:pPr>
                <a:r>
                  <a:rPr lang="en-US" dirty="0"/>
                  <a:t>the meandering distribution is Gaussian</a:t>
                </a:r>
              </a:p>
              <a:p>
                <a:pPr marL="558900" lvl="1" indent="-342900">
                  <a:buFont typeface="+mj-lt"/>
                  <a:buAutoNum type="arabicPeriod"/>
                </a:pPr>
                <a:r>
                  <a:rPr lang="en-US" b="1" dirty="0"/>
                  <a:t>the wake behaves as a passive tracer</a:t>
                </a:r>
              </a:p>
              <a:p>
                <a:pPr marL="558900" lvl="1" indent="-342900">
                  <a:buFont typeface="+mj-lt"/>
                  <a:buAutoNum type="arabicPeriod"/>
                </a:pPr>
                <a:endParaRPr lang="en-US" dirty="0"/>
              </a:p>
              <a:p>
                <a:pPr marL="216000" lvl="1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F2F788C-8268-7AFD-FB39-EA4B3C6CCC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5"/>
                <a:stretch>
                  <a:fillRect l="-1374" r="-14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0B8E28B-BE12-5DEC-F226-AA9569627AD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D8C988E-ECF1-481A-ECA5-29E289A8E33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14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28514CF8-D8D2-FD5C-57CB-33BA85804E54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C2BB3CC2-D564-4641-8DD3-28B819E5FCEB}" type="datetime1">
              <a:rPr lang="en-US" smtClean="0"/>
              <a:t>10/26/2026</a:t>
            </a:fld>
            <a:endParaRPr lang="en-US" dirty="0"/>
          </a:p>
        </p:txBody>
      </p:sp>
      <p:sp>
        <p:nvSpPr>
          <p:cNvPr id="8" name="Right Brace 7">
            <a:extLst>
              <a:ext uri="{FF2B5EF4-FFF2-40B4-BE49-F238E27FC236}">
                <a16:creationId xmlns:a16="http://schemas.microsoft.com/office/drawing/2014/main" id="{EBF22626-38C5-5003-3CD7-8383D4951C61}"/>
              </a:ext>
            </a:extLst>
          </p:cNvPr>
          <p:cNvSpPr/>
          <p:nvPr/>
        </p:nvSpPr>
        <p:spPr bwMode="auto">
          <a:xfrm>
            <a:off x="8074360" y="4559641"/>
            <a:ext cx="360040" cy="1154345"/>
          </a:xfrm>
          <a:prstGeom prst="rightBrace">
            <a:avLst>
              <a:gd name="adj1" fmla="val 25365"/>
              <a:gd name="adj2" fmla="val 48577"/>
            </a:avLst>
          </a:prstGeom>
          <a:noFill/>
          <a:ln w="38100" cap="flat" cmpd="sng" algn="ctr">
            <a:solidFill>
              <a:schemeClr val="accent2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5094F2E-69C6-C08B-DFD6-9EEF92941705}"/>
                  </a:ext>
                </a:extLst>
              </p:cNvPr>
              <p:cNvSpPr txBox="1"/>
              <p:nvPr/>
            </p:nvSpPr>
            <p:spPr>
              <a:xfrm>
                <a:off x="8631491" y="4919682"/>
                <a:ext cx="2758447" cy="33541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spcBef>
                    <a:spcPts val="432"/>
                  </a:spcBef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fix</m:t>
                          </m:r>
                        </m:sub>
                      </m:sSub>
                      <m:r>
                        <a:rPr lang="de-DE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b>
                            <m:sSubPr>
                              <m:ctrlP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sSup>
                                <m:sSup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de-DE" sz="18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1800" i="1">
                                  <a:latin typeface="Cambria Math" panose="02040503050406030204" pitchFamily="18" charset="0"/>
                                </a:rPr>
                                <m:t>mov</m:t>
                              </m:r>
                            </m:sub>
                          </m:sSub>
                          <m:r>
                            <a:rPr lang="de-D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sSup>
                                <m:sSup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de-DE" sz="18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1800" i="1">
                                  <a:latin typeface="Cambria Math" panose="02040503050406030204" pitchFamily="18" charset="0"/>
                                </a:rPr>
                                <m:t>meander</m:t>
                              </m:r>
                            </m:sub>
                          </m:sSub>
                        </m:e>
                      </m:rad>
                    </m:oMath>
                  </m:oMathPara>
                </a14:m>
                <a:endParaRPr lang="en-US" sz="1800" dirty="0" err="1">
                  <a:latin typeface="+mn-lt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5094F2E-69C6-C08B-DFD6-9EEF929417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31491" y="4919682"/>
                <a:ext cx="2758447" cy="335413"/>
              </a:xfrm>
              <a:prstGeom prst="rect">
                <a:avLst/>
              </a:prstGeom>
              <a:blipFill>
                <a:blip r:embed="rId6"/>
                <a:stretch>
                  <a:fillRect l="-664" r="-221" b="-1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 9">
            <a:extLst>
              <a:ext uri="{FF2B5EF4-FFF2-40B4-BE49-F238E27FC236}">
                <a16:creationId xmlns:a16="http://schemas.microsoft.com/office/drawing/2014/main" id="{A7D17B5C-47CD-217C-229E-D49786968858}"/>
              </a:ext>
            </a:extLst>
          </p:cNvPr>
          <p:cNvSpPr/>
          <p:nvPr/>
        </p:nvSpPr>
        <p:spPr bwMode="auto">
          <a:xfrm>
            <a:off x="8543478" y="4775666"/>
            <a:ext cx="2962971" cy="648072"/>
          </a:xfrm>
          <a:prstGeom prst="rect">
            <a:avLst/>
          </a:prstGeom>
          <a:noFill/>
          <a:ln w="9525" cap="flat" cmpd="sng" algn="ctr">
            <a:solidFill>
              <a:schemeClr val="bg1">
                <a:lumMod val="5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F18B62-1FCE-0789-010A-BA95CF561F51}"/>
              </a:ext>
            </a:extLst>
          </p:cNvPr>
          <p:cNvSpPr txBox="1"/>
          <p:nvPr/>
        </p:nvSpPr>
        <p:spPr>
          <a:xfrm>
            <a:off x="8975526" y="4437112"/>
            <a:ext cx="360040" cy="67710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US" sz="4400" b="1" dirty="0">
                <a:solidFill>
                  <a:srgbClr val="C00000"/>
                </a:solidFill>
                <a:latin typeface="+mn-lt"/>
              </a:rPr>
              <a:t>?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EAAD309-E6CE-1B1B-D707-1FA14D402AE0}"/>
              </a:ext>
            </a:extLst>
          </p:cNvPr>
          <p:cNvSpPr/>
          <p:nvPr/>
        </p:nvSpPr>
        <p:spPr bwMode="auto">
          <a:xfrm>
            <a:off x="8631491" y="4919682"/>
            <a:ext cx="416043" cy="453534"/>
          </a:xfrm>
          <a:prstGeom prst="rect">
            <a:avLst/>
          </a:prstGeom>
          <a:noFill/>
          <a:ln w="76200" cap="flat" cmpd="sng" algn="ctr">
            <a:solidFill>
              <a:srgbClr val="FF0000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427125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cell data - do not delete" hidden="1">
            <a:extLst>
              <a:ext uri="{FF2B5EF4-FFF2-40B4-BE49-F238E27FC236}">
                <a16:creationId xmlns:a16="http://schemas.microsoft.com/office/drawing/2014/main" id="{9BB92645-56CC-2CA6-A857-7556122C7440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3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9BB92645-56CC-2CA6-A857-7556122C744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AC9673DE-B991-FC72-6F64-4B4806F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Fix frame </a:t>
            </a:r>
            <a:r>
              <a:rPr lang="en-US"/>
              <a:t>of reference: Wake </a:t>
            </a:r>
            <a:r>
              <a:rPr lang="en-US" dirty="0"/>
              <a:t>deficit computation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85BCAD-B00B-C098-9BAE-B2CF1F33608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238BAA4-DB57-0EE7-B8E0-E494053CF32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15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77AB8101-9D5C-0ECF-A33B-23F5003C2F1B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1956249C-810C-47B4-852F-7286FE759A24}" type="datetime1">
              <a:rPr lang="en-US" smtClean="0"/>
              <a:t>10/26/2026</a:t>
            </a:fld>
            <a:endParaRPr lang="en-US" dirty="0"/>
          </a:p>
        </p:txBody>
      </p:sp>
      <p:pic>
        <p:nvPicPr>
          <p:cNvPr id="7" name="Content Placeholder 7">
            <a:extLst>
              <a:ext uri="{FF2B5EF4-FFF2-40B4-BE49-F238E27FC236}">
                <a16:creationId xmlns:a16="http://schemas.microsoft.com/office/drawing/2014/main" id="{94109AC7-A10F-520B-ED8B-FC01DB31D48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885950" y="1706563"/>
            <a:ext cx="9090024" cy="45450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B230661-0DB4-0920-6F42-8C149A57FBF2}"/>
              </a:ext>
            </a:extLst>
          </p:cNvPr>
          <p:cNvCxnSpPr/>
          <p:nvPr/>
        </p:nvCxnSpPr>
        <p:spPr bwMode="auto">
          <a:xfrm flipV="1">
            <a:off x="3286894" y="2852936"/>
            <a:ext cx="811696" cy="576064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BE4C481-E215-D5AB-306B-C6C9166DB944}"/>
                  </a:ext>
                </a:extLst>
              </p:cNvPr>
              <p:cNvSpPr txBox="1"/>
              <p:nvPr/>
            </p:nvSpPr>
            <p:spPr>
              <a:xfrm>
                <a:off x="1990750" y="3566183"/>
                <a:ext cx="648072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l">
                  <a:spcBef>
                    <a:spcPts val="432"/>
                  </a:spcBef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e-DE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free</m:t>
                          </m:r>
                        </m:sub>
                      </m:sSub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DE" sz="2800" b="0" i="1" smtClean="0">
                          <a:latin typeface="Cambria Math" panose="02040503050406030204" pitchFamily="18" charset="0"/>
                        </a:rPr>
                        <m:t>y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de-DE" sz="2800" b="0" i="1" smtClean="0"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de-DE" sz="2800" b="0" i="1" smtClean="0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dirty="0" err="1">
                  <a:latin typeface="+mn-lt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BE4C481-E215-D5AB-306B-C6C9166DB9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90750" y="3566183"/>
                <a:ext cx="648072" cy="430887"/>
              </a:xfrm>
              <a:prstGeom prst="rect">
                <a:avLst/>
              </a:prstGeom>
              <a:blipFill>
                <a:blip r:embed="rId6"/>
                <a:stretch>
                  <a:fillRect r="-1688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CEAC154-6EAF-2093-FFE5-71480BC27F84}"/>
              </a:ext>
            </a:extLst>
          </p:cNvPr>
          <p:cNvCxnSpPr/>
          <p:nvPr/>
        </p:nvCxnSpPr>
        <p:spPr bwMode="auto">
          <a:xfrm flipH="1">
            <a:off x="6430913" y="2470692"/>
            <a:ext cx="528389" cy="382244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CB7D10E-EC15-CAD5-C286-E096FEF2AFAB}"/>
                  </a:ext>
                </a:extLst>
              </p:cNvPr>
              <p:cNvSpPr txBox="1"/>
              <p:nvPr/>
            </p:nvSpPr>
            <p:spPr>
              <a:xfrm>
                <a:off x="6527254" y="1873184"/>
                <a:ext cx="648072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l">
                  <a:spcBef>
                    <a:spcPts val="432"/>
                  </a:spcBef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e-DE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wake</m:t>
                          </m:r>
                        </m:sub>
                      </m:sSub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DE" sz="2800" b="0" i="1" smtClean="0">
                          <a:latin typeface="Cambria Math" panose="02040503050406030204" pitchFamily="18" charset="0"/>
                        </a:rPr>
                        <m:t>y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de-DE" sz="2800" b="0" i="1" smtClean="0"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de-DE" sz="2800" b="0" i="1" smtClean="0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dirty="0" err="1">
                  <a:latin typeface="+mn-lt"/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CB7D10E-EC15-CAD5-C286-E096FEF2AF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27254" y="1873184"/>
                <a:ext cx="648072" cy="430887"/>
              </a:xfrm>
              <a:prstGeom prst="rect">
                <a:avLst/>
              </a:prstGeom>
              <a:blipFill>
                <a:blip r:embed="rId7"/>
                <a:stretch>
                  <a:fillRect r="-1943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D8BC45D-0985-DF02-9331-736DA1751BC4}"/>
              </a:ext>
            </a:extLst>
          </p:cNvPr>
          <p:cNvCxnSpPr/>
          <p:nvPr/>
        </p:nvCxnSpPr>
        <p:spPr bwMode="auto">
          <a:xfrm>
            <a:off x="7357262" y="2470692"/>
            <a:ext cx="178104" cy="598268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</p:spTree>
    <p:extLst>
      <p:ext uri="{BB962C8B-B14F-4D97-AF65-F5344CB8AC3E}">
        <p14:creationId xmlns:p14="http://schemas.microsoft.com/office/powerpoint/2010/main" val="30239810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5F831E-2013-DC0E-AEA6-0816F0FFFC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thinkcell data - do not delete" hidden="1">
            <a:extLst>
              <a:ext uri="{FF2B5EF4-FFF2-40B4-BE49-F238E27FC236}">
                <a16:creationId xmlns:a16="http://schemas.microsoft.com/office/drawing/2014/main" id="{1DAD2B0D-FFBA-3DBC-1040-3EC1D497BDB0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12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1DAD2B0D-FFBA-3DBC-1040-3EC1D497BDB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C978F5BD-7D77-3A8D-9F49-4CCE1EF5D8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Fix frame of reference: Wake deficit computation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C61218CC-2858-4AA6-C655-EC2014993B8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222998" y="2964268"/>
            <a:ext cx="3539573" cy="21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2CFE4A2-A382-5334-3835-D1805D5D3A9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 dirty="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D640443-38BE-AFEC-CB0C-1EA2892A3E7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16</a:t>
            </a:fld>
            <a:endParaRPr lang="en-GB" dirty="0"/>
          </a:p>
        </p:txBody>
      </p:sp>
      <p:sp>
        <p:nvSpPr>
          <p:cNvPr id="7" name="Date Placeholder 9">
            <a:extLst>
              <a:ext uri="{FF2B5EF4-FFF2-40B4-BE49-F238E27FC236}">
                <a16:creationId xmlns:a16="http://schemas.microsoft.com/office/drawing/2014/main" id="{2B13C6CE-1906-B9F5-4476-787F29DED32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17598" y="6517037"/>
            <a:ext cx="733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fld id="{3DF5C358-002F-4FFE-AE51-8D3FBE9A7FC8}" type="datetimeFigureOut">
              <a:rPr lang="en-US" smtClean="0"/>
              <a:pPr/>
              <a:t>10/26/2026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5E116B3-1E29-2545-371F-9FFDF6313C10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542" y="2964268"/>
            <a:ext cx="3561081" cy="216000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E56C39EE-5DBC-6E52-7411-C9F4FFB66F41}"/>
              </a:ext>
            </a:extLst>
          </p:cNvPr>
          <p:cNvSpPr/>
          <p:nvPr/>
        </p:nvSpPr>
        <p:spPr bwMode="auto">
          <a:xfrm>
            <a:off x="3718942" y="3983962"/>
            <a:ext cx="447463" cy="120612"/>
          </a:xfrm>
          <a:prstGeom prst="rect">
            <a:avLst/>
          </a:prstGeom>
          <a:solidFill>
            <a:schemeClr val="accent2"/>
          </a:solidFill>
          <a:ln w="9525" cap="flat" cmpd="sng" algn="ctr">
            <a:solidFill>
              <a:schemeClr val="accent2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pic>
        <p:nvPicPr>
          <p:cNvPr id="3" name="Content Placeholder 7">
            <a:extLst>
              <a:ext uri="{FF2B5EF4-FFF2-40B4-BE49-F238E27FC236}">
                <a16:creationId xmlns:a16="http://schemas.microsoft.com/office/drawing/2014/main" id="{D7639592-E8A7-F72E-67C6-E88AA4BB77E2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399462" y="2903962"/>
            <a:ext cx="3554936" cy="21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CC2CC16F-682A-CF45-6CAF-17F544AF4535}"/>
              </a:ext>
            </a:extLst>
          </p:cNvPr>
          <p:cNvSpPr/>
          <p:nvPr/>
        </p:nvSpPr>
        <p:spPr bwMode="auto">
          <a:xfrm>
            <a:off x="7895406" y="3829074"/>
            <a:ext cx="447463" cy="120612"/>
          </a:xfrm>
          <a:prstGeom prst="rect">
            <a:avLst/>
          </a:prstGeom>
          <a:solidFill>
            <a:schemeClr val="accent2"/>
          </a:solidFill>
          <a:ln w="9525" cap="flat" cmpd="sng" algn="ctr">
            <a:solidFill>
              <a:schemeClr val="accent2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F125D1-4AFA-2C54-A17C-A02D06213A44}"/>
              </a:ext>
            </a:extLst>
          </p:cNvPr>
          <p:cNvSpPr/>
          <p:nvPr/>
        </p:nvSpPr>
        <p:spPr bwMode="auto">
          <a:xfrm>
            <a:off x="7895406" y="4041556"/>
            <a:ext cx="447463" cy="120612"/>
          </a:xfrm>
          <a:prstGeom prst="rect">
            <a:avLst/>
          </a:prstGeom>
          <a:solidFill>
            <a:schemeClr val="accent2"/>
          </a:solidFill>
          <a:ln w="9525" cap="flat" cmpd="sng" algn="ctr">
            <a:solidFill>
              <a:schemeClr val="accent2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398C7A3-E9CC-89D1-30E3-11F45C3183D1}"/>
                  </a:ext>
                </a:extLst>
              </p:cNvPr>
              <p:cNvSpPr txBox="1"/>
              <p:nvPr/>
            </p:nvSpPr>
            <p:spPr>
              <a:xfrm>
                <a:off x="118542" y="2503348"/>
                <a:ext cx="3600400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>
                  <a:spcBef>
                    <a:spcPts val="432"/>
                  </a:spcBef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de-DE" sz="2000" i="1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free</m:t>
                          </m:r>
                        </m:sub>
                      </m:sSub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DE" sz="2000" b="0" i="1" smtClean="0">
                          <a:latin typeface="Cambria Math" panose="02040503050406030204" pitchFamily="18" charset="0"/>
                        </a:rPr>
                        <m:t>y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de-DE" sz="2000" b="0" i="1" smtClean="0"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000" dirty="0">
                  <a:latin typeface="+mn-lt"/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398C7A3-E9CC-89D1-30E3-11F45C3183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542" y="2503348"/>
                <a:ext cx="3600400" cy="307777"/>
              </a:xfrm>
              <a:prstGeom prst="rect">
                <a:avLst/>
              </a:prstGeom>
              <a:blipFill>
                <a:blip r:embed="rId8"/>
                <a:stretch>
                  <a:fillRect b="-4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2190A65-1E60-0C4F-C5A9-BF0D535AA9D8}"/>
                  </a:ext>
                </a:extLst>
              </p:cNvPr>
              <p:cNvSpPr txBox="1"/>
              <p:nvPr/>
            </p:nvSpPr>
            <p:spPr>
              <a:xfrm>
                <a:off x="4222999" y="2501847"/>
                <a:ext cx="3539572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>
                  <a:spcBef>
                    <a:spcPts val="432"/>
                  </a:spcBef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de-DE" sz="2000" i="1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wake</m:t>
                          </m:r>
                        </m:sub>
                      </m:sSub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DE" sz="2000" b="0" i="1" smtClean="0">
                          <a:latin typeface="Cambria Math" panose="02040503050406030204" pitchFamily="18" charset="0"/>
                        </a:rPr>
                        <m:t>y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de-DE" sz="2000" b="0" i="1" smtClean="0"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000" dirty="0">
                  <a:latin typeface="+mn-lt"/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2190A65-1E60-0C4F-C5A9-BF0D535AA9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22999" y="2501847"/>
                <a:ext cx="3539572" cy="307777"/>
              </a:xfrm>
              <a:prstGeom prst="rect">
                <a:avLst/>
              </a:prstGeom>
              <a:blipFill>
                <a:blip r:embed="rId9"/>
                <a:stretch>
                  <a:fillRect b="-372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72DF62F-768A-8C94-D160-518305133DC0}"/>
                  </a:ext>
                </a:extLst>
              </p:cNvPr>
              <p:cNvSpPr txBox="1"/>
              <p:nvPr/>
            </p:nvSpPr>
            <p:spPr>
              <a:xfrm>
                <a:off x="8399461" y="2501847"/>
                <a:ext cx="3554935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>
                  <a:spcBef>
                    <a:spcPts val="432"/>
                  </a:spcBef>
                </a:pPr>
                <a14:m>
                  <m:oMathPara xmlns:m="http://schemas.openxmlformats.org/officeDocument/2006/math">
                    <m:oMath>
                      <m:r>
                        <a:rPr lang="de-DE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de-DE" sz="2000" i="1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de-DE" sz="2000" i="1">
                              <a:latin typeface="Cambria Math" panose="02040503050406030204" pitchFamily="18" charset="0"/>
                            </a:rPr>
                            <m:t>wake</m:t>
                          </m:r>
                        </m:sub>
                      </m:sSub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DE" sz="2000" b="0" i="1" smtClean="0">
                          <a:latin typeface="Cambria Math" panose="02040503050406030204" pitchFamily="18" charset="0"/>
                        </a:rPr>
                        <m:t>y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de-DE" sz="2000" b="0" i="1" smtClean="0"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000" dirty="0">
                  <a:latin typeface="+mn-lt"/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72DF62F-768A-8C94-D160-518305133D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9461" y="2501847"/>
                <a:ext cx="3554935" cy="307777"/>
              </a:xfrm>
              <a:prstGeom prst="rect">
                <a:avLst/>
              </a:prstGeom>
              <a:blipFill>
                <a:blip r:embed="rId10"/>
                <a:stretch>
                  <a:fillRect b="-372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238181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hinkcell data - do not delete" hidden="1">
            <a:extLst>
              <a:ext uri="{FF2B5EF4-FFF2-40B4-BE49-F238E27FC236}">
                <a16:creationId xmlns:a16="http://schemas.microsoft.com/office/drawing/2014/main" id="{21195584-566F-BA84-11CE-EAA2774F5172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9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21195584-566F-BA84-11CE-EAA2774F517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B8F52BE4-0C71-109E-03A7-5B3B4B460F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Fix frame of reference: Wake deficit computation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6615E56-E680-D1CC-13ED-178CFEA3815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586168" y="1916832"/>
            <a:ext cx="6920282" cy="420480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C73F0D8-088A-F498-C0C9-161BE18D902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BF7C551-6A24-3862-018A-1DA05ECE3C7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17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089714F3-357A-A560-FED1-3CB8CA9C5F00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074FE6E8-0A69-4A49-B049-ED2ABC9705CE}" type="datetime1">
              <a:rPr lang="en-US" smtClean="0"/>
              <a:t>10/26/2026</a:t>
            </a:fld>
            <a:endParaRPr lang="en-US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D6D1C1C-029E-8C1A-5DC4-BD8FE3B1E865}"/>
              </a:ext>
            </a:extLst>
          </p:cNvPr>
          <p:cNvCxnSpPr/>
          <p:nvPr/>
        </p:nvCxnSpPr>
        <p:spPr bwMode="auto">
          <a:xfrm>
            <a:off x="5303118" y="4653136"/>
            <a:ext cx="5127507" cy="0"/>
          </a:xfrm>
          <a:prstGeom prst="line">
            <a:avLst/>
          </a:prstGeom>
          <a:solidFill>
            <a:schemeClr val="accent1"/>
          </a:solidFill>
          <a:ln w="57150" cap="flat" cmpd="sng" algn="ctr">
            <a:solidFill>
              <a:schemeClr val="tx1"/>
            </a:solidFill>
            <a:prstDash val="sysDot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628D61E5-BA27-D5D2-F35A-F61C11EACEB2}"/>
              </a:ext>
            </a:extLst>
          </p:cNvPr>
          <p:cNvSpPr txBox="1">
            <a:spLocks/>
          </p:cNvSpPr>
          <p:nvPr/>
        </p:nvSpPr>
        <p:spPr bwMode="auto">
          <a:xfrm>
            <a:off x="1774726" y="2132856"/>
            <a:ext cx="2811442" cy="41190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19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4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2pPr>
            <a:lvl3pPr marL="6156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</a:defRPr>
            </a:lvl3pPr>
            <a:lvl4pPr marL="82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4pPr>
            <a:lvl5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5pPr>
            <a:lvl6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6pPr>
            <a:lvl7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7pPr>
            <a:lvl8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8pPr>
            <a:lvl9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en-US" kern="0" dirty="0"/>
              <a:t>Wake deficit </a:t>
            </a:r>
            <a:r>
              <a:rPr lang="en-US" b="1" kern="0" dirty="0"/>
              <a:t>1-hour avg.</a:t>
            </a:r>
          </a:p>
          <a:p>
            <a:endParaRPr lang="en-US" kern="0" dirty="0"/>
          </a:p>
          <a:p>
            <a:r>
              <a:rPr lang="en-US" kern="0" dirty="0"/>
              <a:t>Sample deficit at horizontal rotor centerline</a:t>
            </a:r>
          </a:p>
          <a:p>
            <a:endParaRPr lang="en-US" kern="0" dirty="0"/>
          </a:p>
          <a:p>
            <a:r>
              <a:rPr lang="en-US" kern="0" dirty="0"/>
              <a:t>Far wake: deficit should be </a:t>
            </a:r>
            <a:r>
              <a:rPr lang="en-US" b="1" kern="0" dirty="0"/>
              <a:t>gaussian</a:t>
            </a:r>
          </a:p>
          <a:p>
            <a:pPr marL="0" indent="0">
              <a:buNone/>
            </a:pPr>
            <a:r>
              <a:rPr lang="en-US" kern="0" dirty="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42032702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hinkcell data - do not delete" hidden="1">
            <a:extLst>
              <a:ext uri="{FF2B5EF4-FFF2-40B4-BE49-F238E27FC236}">
                <a16:creationId xmlns:a16="http://schemas.microsoft.com/office/drawing/2014/main" id="{DA3F50FE-23B5-52CD-52D3-2B24B777AE93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9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DA3F50FE-23B5-52CD-52D3-2B24B777AE9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3D80C6AB-63C7-ECDF-0D6B-DB3BED7680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Fix frame of reference: Gaussian fit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B64BD95-71D9-4B79-8A4B-20CD2917511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4E7A7CF-8102-A7AD-6233-E473B67B265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18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2599AAD2-E875-4277-67B4-14BECE5B20F5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DB673112-AEC8-485D-99A9-0012E0D58EB0}" type="datetime1">
              <a:rPr lang="en-US" smtClean="0"/>
              <a:t>10/26/2026</a:t>
            </a:fld>
            <a:endParaRPr lang="en-US" dirty="0"/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CC9413EB-0CE8-DD73-C388-A66EA2B0F63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19171" y="2566374"/>
            <a:ext cx="5476035" cy="302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272270A-F1E4-A6F3-2679-6E31DED9BBF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313877" y="2566374"/>
            <a:ext cx="5476035" cy="3024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3B36B6A-870B-4817-4F58-A65FA17F07B3}"/>
                  </a:ext>
                </a:extLst>
              </p:cNvPr>
              <p:cNvSpPr txBox="1"/>
              <p:nvPr/>
            </p:nvSpPr>
            <p:spPr>
              <a:xfrm>
                <a:off x="950915" y="2202394"/>
                <a:ext cx="3528392" cy="25699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spcBef>
                    <a:spcPts val="432"/>
                  </a:spcBef>
                </a:pPr>
                <a:r>
                  <a:rPr lang="en-US" b="1" dirty="0">
                    <a:latin typeface="+mn-lt"/>
                  </a:rPr>
                  <a:t>5D downstream: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de-DE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  <m:r>
                          <m:rPr>
                            <m:sty m:val="p"/>
                          </m:rPr>
                          <a:rPr lang="de-DE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D</m:t>
                        </m:r>
                        <m:r>
                          <a:rPr lang="de-DE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de-DE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fix</m:t>
                        </m:r>
                      </m:sub>
                    </m:sSub>
                    <m:r>
                      <a:rPr lang="de-DE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𝟏𝟎𝟐</m:t>
                    </m:r>
                    <m:r>
                      <a:rPr lang="de-DE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r>
                      <a:rPr lang="de-DE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  <m:r>
                      <a:rPr lang="de-DE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lang="en-US" b="1" dirty="0">
                    <a:latin typeface="+mn-lt"/>
                  </a:rPr>
                  <a:t> 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3B36B6A-870B-4817-4F58-A65FA17F07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0915" y="2202394"/>
                <a:ext cx="3528392" cy="256993"/>
              </a:xfrm>
              <a:prstGeom prst="rect">
                <a:avLst/>
              </a:prstGeom>
              <a:blipFill>
                <a:blip r:embed="rId7"/>
                <a:stretch>
                  <a:fillRect l="-3627" t="-23810" b="-452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585FD4F-2DBC-23EE-67E5-0686500060AA}"/>
                  </a:ext>
                </a:extLst>
              </p:cNvPr>
              <p:cNvSpPr txBox="1"/>
              <p:nvPr/>
            </p:nvSpPr>
            <p:spPr>
              <a:xfrm>
                <a:off x="6671270" y="2202394"/>
                <a:ext cx="3528392" cy="25699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spcBef>
                    <a:spcPts val="432"/>
                  </a:spcBef>
                </a:pPr>
                <a:r>
                  <a:rPr lang="en-US" b="1" dirty="0">
                    <a:latin typeface="+mn-lt"/>
                  </a:rPr>
                  <a:t>10D downstream: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de-DE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  <m:r>
                          <m:rPr>
                            <m:sty m:val="p"/>
                          </m:rPr>
                          <a:rPr lang="de-DE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D</m:t>
                        </m:r>
                        <m:r>
                          <a:rPr lang="de-DE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de-DE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fix</m:t>
                        </m:r>
                      </m:sub>
                    </m:sSub>
                    <m:r>
                      <a:rPr lang="de-DE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𝟏𝟑𝟒</m:t>
                    </m:r>
                    <m:r>
                      <a:rPr lang="de-DE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r>
                      <a:rPr lang="de-DE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  <m:r>
                      <a:rPr lang="de-DE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lang="en-US" b="1" dirty="0">
                    <a:latin typeface="+mn-lt"/>
                  </a:rPr>
                  <a:t> </a:t>
                </a: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585FD4F-2DBC-23EE-67E5-0686500060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71270" y="2202394"/>
                <a:ext cx="3528392" cy="256993"/>
              </a:xfrm>
              <a:prstGeom prst="rect">
                <a:avLst/>
              </a:prstGeom>
              <a:blipFill>
                <a:blip r:embed="rId8"/>
                <a:stretch>
                  <a:fillRect l="-3454" t="-23810" b="-452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8669623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289C2D-819F-E22D-10CF-71424E7E5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cell data - do not delete" hidden="1">
            <a:extLst>
              <a:ext uri="{FF2B5EF4-FFF2-40B4-BE49-F238E27FC236}">
                <a16:creationId xmlns:a16="http://schemas.microsoft.com/office/drawing/2014/main" id="{59D4782E-6D6E-D591-7E21-0B1BCD9F0881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7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59D4782E-6D6E-D591-7E21-0B1BCD9F088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D503EF76-17FB-78B7-992B-2B2F312B75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Gaussian approximation test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ACCD928-B93B-1228-FD52-EA2134F9518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endParaRPr lang="en-US" dirty="0"/>
              </a:p>
              <a:p>
                <a:r>
                  <a:rPr lang="en-US" b="1" dirty="0"/>
                  <a:t>Passive tracer assumption: 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m:rPr>
                                <m:sty m:val="p"/>
                              </m:r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U</m:t>
                            </m:r>
                          </m:e>
                        </m:acc>
                      </m:e>
                      <m:sub>
                        <m:r>
                          <m:rPr>
                            <m:sty m:val="p"/>
                          </m:r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fix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y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)=∆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m:rPr>
                                <m:sty m:val="p"/>
                              </m:r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U</m:t>
                            </m:r>
                          </m:e>
                        </m:acc>
                      </m:e>
                      <m:sub>
                        <m:r>
                          <m:rPr>
                            <m:sty m:val="p"/>
                          </m:r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mov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y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)∗</m:t>
                    </m:r>
                    <m:r>
                      <m:rPr>
                        <m:sty m:val="p"/>
                      </m:rP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p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𝜂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The convolution (*) of two gaussian functions,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b="0" i="1" smtClean="0">
                            <a:latin typeface="Cambria Math" panose="02040503050406030204" pitchFamily="18" charset="0"/>
                          </a:rPr>
                          <m:t>f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b="0" i="1" smtClean="0">
                            <a:latin typeface="Cambria Math" panose="02040503050406030204" pitchFamily="18" charset="0"/>
                          </a:rPr>
                          <m:t>f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, is another gaussian function with 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</m:oMath>
                </a14:m>
                <a:r>
                  <a:rPr lang="en-US" dirty="0"/>
                  <a:t> 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If we assume that: </a:t>
                </a:r>
              </a:p>
              <a:p>
                <a:pPr marL="558900" lvl="1" indent="-342900">
                  <a:buFont typeface="+mj-lt"/>
                  <a:buAutoNum type="arabicPeriod"/>
                </a:pPr>
                <a:r>
                  <a:rPr lang="en-US" dirty="0"/>
                  <a:t>the wake in the moving-frame of reference is Gaussian</a:t>
                </a:r>
              </a:p>
              <a:p>
                <a:pPr marL="558900" lvl="1" indent="-342900">
                  <a:buFont typeface="+mj-lt"/>
                  <a:buAutoNum type="arabicPeriod"/>
                </a:pPr>
                <a:r>
                  <a:rPr lang="en-US" dirty="0"/>
                  <a:t>the meandering distribution is Gaussian</a:t>
                </a:r>
              </a:p>
              <a:p>
                <a:pPr marL="558900" lvl="1" indent="-342900">
                  <a:buFont typeface="+mj-lt"/>
                  <a:buAutoNum type="arabicPeriod"/>
                </a:pPr>
                <a:r>
                  <a:rPr lang="en-US" b="1" dirty="0"/>
                  <a:t>the wake behaves as a passive tracer</a:t>
                </a:r>
              </a:p>
              <a:p>
                <a:pPr marL="558900" lvl="1" indent="-342900">
                  <a:buFont typeface="+mj-lt"/>
                  <a:buAutoNum type="arabicPeriod"/>
                </a:pPr>
                <a:endParaRPr lang="en-US" dirty="0"/>
              </a:p>
              <a:p>
                <a:pPr marL="216000" lvl="1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F2F788C-8268-7AFD-FB39-EA4B3C6CCC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5"/>
                <a:stretch>
                  <a:fillRect l="-1374" r="-14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77150C7-63E0-90F9-0B99-E4DD4E72B77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80E176C-150C-1584-9D97-1EEA6022896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19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8E22ADEE-255D-76ED-0FC3-73E412705E2D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C2BB3CC2-D564-4641-8DD3-28B819E5FCEB}" type="datetime1">
              <a:rPr lang="en-US" smtClean="0"/>
              <a:t>10/26/2026</a:t>
            </a:fld>
            <a:endParaRPr lang="en-US" dirty="0"/>
          </a:p>
        </p:txBody>
      </p:sp>
      <p:sp>
        <p:nvSpPr>
          <p:cNvPr id="8" name="Right Brace 7">
            <a:extLst>
              <a:ext uri="{FF2B5EF4-FFF2-40B4-BE49-F238E27FC236}">
                <a16:creationId xmlns:a16="http://schemas.microsoft.com/office/drawing/2014/main" id="{549C18EB-B0BA-C0F8-E9A1-6B13A66A20E4}"/>
              </a:ext>
            </a:extLst>
          </p:cNvPr>
          <p:cNvSpPr/>
          <p:nvPr/>
        </p:nvSpPr>
        <p:spPr bwMode="auto">
          <a:xfrm>
            <a:off x="8074360" y="4559641"/>
            <a:ext cx="360040" cy="1154345"/>
          </a:xfrm>
          <a:prstGeom prst="rightBrace">
            <a:avLst>
              <a:gd name="adj1" fmla="val 25365"/>
              <a:gd name="adj2" fmla="val 48577"/>
            </a:avLst>
          </a:prstGeom>
          <a:noFill/>
          <a:ln w="38100" cap="flat" cmpd="sng" algn="ctr">
            <a:solidFill>
              <a:schemeClr val="accent2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50FD6AA-863D-4C74-7F87-057B7C9010F0}"/>
                  </a:ext>
                </a:extLst>
              </p:cNvPr>
              <p:cNvSpPr txBox="1"/>
              <p:nvPr/>
            </p:nvSpPr>
            <p:spPr>
              <a:xfrm>
                <a:off x="8631491" y="4919682"/>
                <a:ext cx="2758447" cy="33541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spcBef>
                    <a:spcPts val="432"/>
                  </a:spcBef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fix</m:t>
                          </m:r>
                        </m:sub>
                      </m:sSub>
                      <m:r>
                        <a:rPr lang="de-DE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b>
                            <m:sSubPr>
                              <m:ctrlP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sSup>
                                <m:sSup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de-DE" sz="18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1800" i="1">
                                  <a:latin typeface="Cambria Math" panose="02040503050406030204" pitchFamily="18" charset="0"/>
                                </a:rPr>
                                <m:t>mov</m:t>
                              </m:r>
                            </m:sub>
                          </m:sSub>
                          <m:r>
                            <a:rPr lang="de-D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sSup>
                                <m:sSup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de-DE" sz="18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1800" i="1">
                                  <a:latin typeface="Cambria Math" panose="02040503050406030204" pitchFamily="18" charset="0"/>
                                </a:rPr>
                                <m:t>meander</m:t>
                              </m:r>
                            </m:sub>
                          </m:sSub>
                        </m:e>
                      </m:rad>
                    </m:oMath>
                  </m:oMathPara>
                </a14:m>
                <a:endParaRPr lang="en-US" sz="1800" dirty="0" err="1">
                  <a:latin typeface="+mn-lt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5094F2E-69C6-C08B-DFD6-9EEF929417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31491" y="4919682"/>
                <a:ext cx="2758447" cy="335413"/>
              </a:xfrm>
              <a:prstGeom prst="rect">
                <a:avLst/>
              </a:prstGeom>
              <a:blipFill>
                <a:blip r:embed="rId6"/>
                <a:stretch>
                  <a:fillRect l="-664" r="-221" b="-1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 9">
            <a:extLst>
              <a:ext uri="{FF2B5EF4-FFF2-40B4-BE49-F238E27FC236}">
                <a16:creationId xmlns:a16="http://schemas.microsoft.com/office/drawing/2014/main" id="{36C04DC4-1AF6-AAAE-AB71-FA8633C2CEF6}"/>
              </a:ext>
            </a:extLst>
          </p:cNvPr>
          <p:cNvSpPr/>
          <p:nvPr/>
        </p:nvSpPr>
        <p:spPr bwMode="auto">
          <a:xfrm>
            <a:off x="8543478" y="4775666"/>
            <a:ext cx="2962971" cy="648072"/>
          </a:xfrm>
          <a:prstGeom prst="rect">
            <a:avLst/>
          </a:prstGeom>
          <a:noFill/>
          <a:ln w="9525" cap="flat" cmpd="sng" algn="ctr">
            <a:solidFill>
              <a:schemeClr val="bg1">
                <a:lumMod val="5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9323129-8B28-6CD3-0965-F29C5676090F}"/>
              </a:ext>
            </a:extLst>
          </p:cNvPr>
          <p:cNvSpPr txBox="1"/>
          <p:nvPr/>
        </p:nvSpPr>
        <p:spPr>
          <a:xfrm>
            <a:off x="8975526" y="4437112"/>
            <a:ext cx="360040" cy="67710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US" sz="4400" b="1" dirty="0">
                <a:solidFill>
                  <a:srgbClr val="C00000"/>
                </a:solidFill>
                <a:latin typeface="+mn-lt"/>
              </a:rPr>
              <a:t>?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7C016D6-C3C3-C9FB-AFC1-76BD1EBA2776}"/>
              </a:ext>
            </a:extLst>
          </p:cNvPr>
          <p:cNvSpPr/>
          <p:nvPr/>
        </p:nvSpPr>
        <p:spPr bwMode="auto">
          <a:xfrm>
            <a:off x="10271670" y="4919682"/>
            <a:ext cx="1118268" cy="453534"/>
          </a:xfrm>
          <a:prstGeom prst="rect">
            <a:avLst/>
          </a:prstGeom>
          <a:noFill/>
          <a:ln w="76200" cap="flat" cmpd="sng" algn="ctr">
            <a:solidFill>
              <a:srgbClr val="FF0000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22B1D8F-5C90-6CC2-133A-C9EA9A89D0EE}"/>
              </a:ext>
            </a:extLst>
          </p:cNvPr>
          <p:cNvSpPr txBox="1"/>
          <p:nvPr/>
        </p:nvSpPr>
        <p:spPr>
          <a:xfrm>
            <a:off x="8687494" y="5298885"/>
            <a:ext cx="344035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432"/>
              </a:spcBef>
            </a:pPr>
            <a:r>
              <a:rPr lang="en-US" sz="2000" dirty="0">
                <a:latin typeface="+mn-lt"/>
              </a:rPr>
              <a:t>✅</a:t>
            </a:r>
          </a:p>
        </p:txBody>
      </p:sp>
    </p:spTree>
    <p:extLst>
      <p:ext uri="{BB962C8B-B14F-4D97-AF65-F5344CB8AC3E}">
        <p14:creationId xmlns:p14="http://schemas.microsoft.com/office/powerpoint/2010/main" val="36536806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Afbeelding 18">
            <a:extLst>
              <a:ext uri="{FF2B5EF4-FFF2-40B4-BE49-F238E27FC236}">
                <a16:creationId xmlns:a16="http://schemas.microsoft.com/office/drawing/2014/main" id="{9267CA7F-2AE3-5324-A1E4-1772BA4CF7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45325" y="3119480"/>
            <a:ext cx="6700646" cy="3350323"/>
          </a:xfrm>
          <a:prstGeom prst="rect">
            <a:avLst/>
          </a:prstGeom>
        </p:spPr>
      </p:pic>
      <p:pic>
        <p:nvPicPr>
          <p:cNvPr id="17" name="Afbeelding 16">
            <a:extLst>
              <a:ext uri="{FF2B5EF4-FFF2-40B4-BE49-F238E27FC236}">
                <a16:creationId xmlns:a16="http://schemas.microsoft.com/office/drawing/2014/main" id="{C3499F6E-5C4A-0E5F-944F-75036F485D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2306" y="3174462"/>
            <a:ext cx="6480722" cy="3240361"/>
          </a:xfrm>
          <a:prstGeom prst="rect">
            <a:avLst/>
          </a:prstGeom>
        </p:spPr>
      </p:pic>
      <p:graphicFrame>
        <p:nvGraphicFramePr>
          <p:cNvPr id="7" name="thinkcell data - do not delete" hidden="1">
            <a:extLst>
              <a:ext uri="{FF2B5EF4-FFF2-40B4-BE49-F238E27FC236}">
                <a16:creationId xmlns:a16="http://schemas.microsoft.com/office/drawing/2014/main" id="{DC0C3746-5CF6-DBAC-2E54-E2685E1F15F8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55568888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5" imgW="484" imgH="486" progId="TCLayout.ActiveDocument.1">
                  <p:embed/>
                </p:oleObj>
              </mc:Choice>
              <mc:Fallback>
                <p:oleObj name="thinkcell Slide" r:id="rId5" imgW="484" imgH="486" progId="TCLayout.ActiveDocument.1">
                  <p:embed/>
                  <p:pic>
                    <p:nvPicPr>
                      <p:cNvPr id="7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DC0C3746-5CF6-DBAC-2E54-E2685E1F15F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D7173394-A03E-A3BF-B8B3-B48208692B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30710" y="476672"/>
            <a:ext cx="9312374" cy="513195"/>
          </a:xfrm>
        </p:spPr>
        <p:txBody>
          <a:bodyPr vert="horz" rIns="0"/>
          <a:lstStyle/>
          <a:p>
            <a:r>
              <a:rPr lang="en-US" dirty="0"/>
              <a:t>Meandering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B389B1-C1CE-249E-B52D-00EBA3B5B50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86C9D2-FBE3-5B3F-D97D-BC8199641DE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20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0ED96DE3-B682-321B-922F-E522D811201E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68C3FDD8-F83B-4A61-8980-AAD580A25F65}" type="datetime1">
              <a:rPr lang="en-US" smtClean="0"/>
              <a:t>10/26/2026</a:t>
            </a:fld>
            <a:endParaRPr lang="en-US" dirty="0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B4E629D4-B379-C414-C40E-4BEF82556ACF}"/>
              </a:ext>
            </a:extLst>
          </p:cNvPr>
          <p:cNvSpPr txBox="1">
            <a:spLocks/>
          </p:cNvSpPr>
          <p:nvPr/>
        </p:nvSpPr>
        <p:spPr bwMode="auto">
          <a:xfrm>
            <a:off x="2198904" y="2917865"/>
            <a:ext cx="1584175" cy="5131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000000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9pPr>
          </a:lstStyle>
          <a:p>
            <a:r>
              <a:rPr lang="en-US" sz="1600" kern="0" dirty="0"/>
              <a:t>5D downstream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F14A581C-40DD-38F7-368C-D80E9AF45C6C}"/>
              </a:ext>
            </a:extLst>
          </p:cNvPr>
          <p:cNvSpPr txBox="1">
            <a:spLocks/>
          </p:cNvSpPr>
          <p:nvPr/>
        </p:nvSpPr>
        <p:spPr bwMode="auto">
          <a:xfrm>
            <a:off x="1632802" y="863712"/>
            <a:ext cx="7751091" cy="5131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000000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9pPr>
          </a:lstStyle>
          <a:p>
            <a:r>
              <a:rPr lang="en-US" sz="1600" b="0" kern="0" dirty="0"/>
              <a:t>The wake </a:t>
            </a:r>
            <a:r>
              <a:rPr lang="en-US" sz="1600" b="0" kern="0" dirty="0" err="1"/>
              <a:t>centre</a:t>
            </a:r>
            <a:r>
              <a:rPr lang="en-US" sz="1600" b="0" kern="0" dirty="0"/>
              <a:t> moves sideways and up-and-down as it propagates downstream.  </a:t>
            </a: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45904EA8-44BD-997E-631C-5B2B03EA1FAF}"/>
              </a:ext>
            </a:extLst>
          </p:cNvPr>
          <p:cNvSpPr txBox="1">
            <a:spLocks/>
          </p:cNvSpPr>
          <p:nvPr/>
        </p:nvSpPr>
        <p:spPr bwMode="auto">
          <a:xfrm>
            <a:off x="7895407" y="2917865"/>
            <a:ext cx="1792330" cy="5131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000000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9pPr>
          </a:lstStyle>
          <a:p>
            <a:r>
              <a:rPr lang="en-US" sz="1600" kern="0" dirty="0"/>
              <a:t>10D downstream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kstvak 2">
                <a:extLst>
                  <a:ext uri="{FF2B5EF4-FFF2-40B4-BE49-F238E27FC236}">
                    <a16:creationId xmlns:a16="http://schemas.microsoft.com/office/drawing/2014/main" id="{449351AA-8F25-51DB-FC3F-DCE472FE93B5}"/>
                  </a:ext>
                </a:extLst>
              </p:cNvPr>
              <p:cNvSpPr txBox="1"/>
              <p:nvPr/>
            </p:nvSpPr>
            <p:spPr>
              <a:xfrm>
                <a:off x="3059274" y="1813130"/>
                <a:ext cx="3456384" cy="90261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spcBef>
                    <a:spcPts val="432"/>
                  </a:spcBef>
                </a:pPr>
                <a14:m>
                  <m:oMathPara xmlns:m="http://schemas.openxmlformats.org/officeDocument/2006/math">
                    <m:oMath>
                      <m:r>
                        <a:rPr lang="nl-NL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m:rPr>
                          <m:sty m:val="p"/>
                        </m:rPr>
                        <a:rPr lang="nl-NL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Y</m:t>
                      </m:r>
                      <m:r>
                        <a:rPr lang="nl-NL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nl-NL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limLoc m:val="undOvr"/>
                              <m:subHide m:val="on"/>
                              <m:supHide m:val="on"/>
                              <m:ctrlPr>
                                <a:rPr lang="nl-NL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r>
                                <a:rPr lang="nl-NL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nl-NL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nl-NL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nl-NL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nl-NL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  <m:sub>
                                  <m:r>
                                    <a:rPr lang="nl-NL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sub>
                              </m:sSub>
                              <m:r>
                                <a:rPr lang="nl-NL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 </m:t>
                              </m:r>
                              <m:sSup>
                                <m:sSupPr>
                                  <m:ctrlPr>
                                    <a:rPr lang="nl-NL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nl-NL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(1−</m:t>
                                  </m:r>
                                  <m:f>
                                    <m:fPr>
                                      <m:ctrlPr>
                                        <a:rPr lang="nl-NL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nl-NL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𝑈</m:t>
                                      </m:r>
                                    </m:num>
                                    <m:den>
                                      <m:sSub>
                                        <m:sSubPr>
                                          <m:ctrlPr>
                                            <a:rPr lang="nl-NL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nl-NL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𝑈</m:t>
                                          </m:r>
                                        </m:e>
                                        <m:sub>
                                          <m:r>
                                            <a:rPr lang="nl-NL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</m:den>
                                  </m:f>
                                  <m:r>
                                    <a:rPr lang="nl-NL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nl-NL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𝑚</m:t>
                                  </m:r>
                                </m:sup>
                              </m:sSup>
                              <m:r>
                                <a:rPr lang="nl-NL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𝑑𝐴</m:t>
                              </m:r>
                            </m:e>
                          </m:nary>
                        </m:num>
                        <m:den>
                          <m:nary>
                            <m:naryPr>
                              <m:limLoc m:val="undOvr"/>
                              <m:subHide m:val="on"/>
                              <m:supHide m:val="on"/>
                              <m:ctrlPr>
                                <a:rPr lang="nl-NL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sSup>
                                <m:sSupPr>
                                  <m:ctrlPr>
                                    <a:rPr lang="nl-NL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nl-NL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(1−</m:t>
                                  </m:r>
                                  <m:f>
                                    <m:fPr>
                                      <m:ctrlPr>
                                        <a:rPr lang="nl-NL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nl-NL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𝑈</m:t>
                                      </m:r>
                                    </m:num>
                                    <m:den>
                                      <m:sSub>
                                        <m:sSubPr>
                                          <m:ctrlPr>
                                            <a:rPr lang="nl-NL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nl-NL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𝑈</m:t>
                                          </m:r>
                                        </m:e>
                                        <m:sub>
                                          <m:r>
                                            <a:rPr lang="nl-NL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</m:den>
                                  </m:f>
                                  <m:r>
                                    <a:rPr lang="nl-NL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nl-NL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𝑚</m:t>
                                  </m:r>
                                </m:sup>
                              </m:sSup>
                              <m:r>
                                <a:rPr lang="nl-NL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𝑑𝐴</m:t>
                              </m:r>
                            </m:e>
                          </m:nary>
                        </m:den>
                      </m:f>
                    </m:oMath>
                  </m:oMathPara>
                </a14:m>
                <a:endParaRPr lang="nl-NL" dirty="0" err="1">
                  <a:latin typeface="+mn-lt"/>
                </a:endParaRPr>
              </a:p>
            </p:txBody>
          </p:sp>
        </mc:Choice>
        <mc:Fallback xmlns="">
          <p:sp>
            <p:nvSpPr>
              <p:cNvPr id="3" name="Tekstvak 2">
                <a:extLst>
                  <a:ext uri="{FF2B5EF4-FFF2-40B4-BE49-F238E27FC236}">
                    <a16:creationId xmlns:a16="http://schemas.microsoft.com/office/drawing/2014/main" id="{449351AA-8F25-51DB-FC3F-DCE472FE93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9274" y="1813130"/>
                <a:ext cx="3456384" cy="90261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kstvak 9">
                <a:extLst>
                  <a:ext uri="{FF2B5EF4-FFF2-40B4-BE49-F238E27FC236}">
                    <a16:creationId xmlns:a16="http://schemas.microsoft.com/office/drawing/2014/main" id="{3AEC6F4D-39BF-1AE1-E009-B05A9759C7FC}"/>
                  </a:ext>
                </a:extLst>
              </p:cNvPr>
              <p:cNvSpPr txBox="1"/>
              <p:nvPr/>
            </p:nvSpPr>
            <p:spPr>
              <a:xfrm>
                <a:off x="6371642" y="1813131"/>
                <a:ext cx="3456384" cy="90261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spcBef>
                    <a:spcPts val="432"/>
                  </a:spcBef>
                </a:pPr>
                <a14:m>
                  <m:oMathPara xmlns:m="http://schemas.openxmlformats.org/officeDocument/2006/math">
                    <m:oMath>
                      <m:r>
                        <a:rPr lang="nl-NL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m:rPr>
                          <m:sty m:val="p"/>
                        </m:rPr>
                        <a:rPr lang="nl-NL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Z</m:t>
                      </m:r>
                      <m:r>
                        <a:rPr lang="nl-NL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nl-NL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limLoc m:val="undOvr"/>
                              <m:subHide m:val="on"/>
                              <m:supHide m:val="on"/>
                              <m:ctrlPr>
                                <a:rPr lang="nl-NL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r>
                                <a:rPr lang="nl-NL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nl-NL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𝑍</m:t>
                              </m:r>
                              <m:r>
                                <a:rPr lang="nl-NL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nl-NL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nl-NL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  <m:sub>
                                  <m:r>
                                    <a:rPr lang="nl-NL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sub>
                              </m:sSub>
                              <m:r>
                                <a:rPr lang="nl-NL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 </m:t>
                              </m:r>
                              <m:sSup>
                                <m:sSupPr>
                                  <m:ctrlPr>
                                    <a:rPr lang="nl-NL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nl-NL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(1−</m:t>
                                  </m:r>
                                  <m:f>
                                    <m:fPr>
                                      <m:ctrlPr>
                                        <a:rPr lang="nl-NL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nl-NL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𝑈</m:t>
                                      </m:r>
                                    </m:num>
                                    <m:den>
                                      <m:sSub>
                                        <m:sSubPr>
                                          <m:ctrlPr>
                                            <a:rPr lang="nl-NL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nl-NL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𝑈</m:t>
                                          </m:r>
                                        </m:e>
                                        <m:sub>
                                          <m:r>
                                            <a:rPr lang="nl-NL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</m:den>
                                  </m:f>
                                  <m:r>
                                    <a:rPr lang="nl-NL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nl-NL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𝑚</m:t>
                                  </m:r>
                                </m:sup>
                              </m:sSup>
                              <m:r>
                                <a:rPr lang="nl-NL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𝑑𝐴</m:t>
                              </m:r>
                            </m:e>
                          </m:nary>
                        </m:num>
                        <m:den>
                          <m:nary>
                            <m:naryPr>
                              <m:limLoc m:val="undOvr"/>
                              <m:subHide m:val="on"/>
                              <m:supHide m:val="on"/>
                              <m:ctrlPr>
                                <a:rPr lang="nl-NL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sSup>
                                <m:sSupPr>
                                  <m:ctrlPr>
                                    <a:rPr lang="nl-NL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nl-NL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(1−</m:t>
                                  </m:r>
                                  <m:f>
                                    <m:fPr>
                                      <m:ctrlPr>
                                        <a:rPr lang="nl-NL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nl-NL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𝑈</m:t>
                                      </m:r>
                                    </m:num>
                                    <m:den>
                                      <m:sSub>
                                        <m:sSubPr>
                                          <m:ctrlPr>
                                            <a:rPr lang="nl-NL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nl-NL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𝑈</m:t>
                                          </m:r>
                                        </m:e>
                                        <m:sub>
                                          <m:r>
                                            <a:rPr lang="nl-NL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</m:den>
                                  </m:f>
                                  <m:r>
                                    <a:rPr lang="nl-NL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nl-NL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𝑚</m:t>
                                  </m:r>
                                </m:sup>
                              </m:sSup>
                              <m:r>
                                <a:rPr lang="nl-NL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𝑑𝐴</m:t>
                              </m:r>
                            </m:e>
                          </m:nary>
                        </m:den>
                      </m:f>
                    </m:oMath>
                  </m:oMathPara>
                </a14:m>
                <a:endParaRPr lang="nl-NL" dirty="0" err="1">
                  <a:latin typeface="+mn-lt"/>
                </a:endParaRPr>
              </a:p>
            </p:txBody>
          </p:sp>
        </mc:Choice>
        <mc:Fallback xmlns="">
          <p:sp>
            <p:nvSpPr>
              <p:cNvPr id="10" name="Tekstvak 9">
                <a:extLst>
                  <a:ext uri="{FF2B5EF4-FFF2-40B4-BE49-F238E27FC236}">
                    <a16:creationId xmlns:a16="http://schemas.microsoft.com/office/drawing/2014/main" id="{3AEC6F4D-39BF-1AE1-E009-B05A9759C7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1642" y="1813131"/>
                <a:ext cx="3456384" cy="902619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kstvak 12">
            <a:extLst>
              <a:ext uri="{FF2B5EF4-FFF2-40B4-BE49-F238E27FC236}">
                <a16:creationId xmlns:a16="http://schemas.microsoft.com/office/drawing/2014/main" id="{9ABEFCF6-5E04-234B-D9C3-45A47622C4CF}"/>
              </a:ext>
            </a:extLst>
          </p:cNvPr>
          <p:cNvSpPr txBox="1"/>
          <p:nvPr/>
        </p:nvSpPr>
        <p:spPr>
          <a:xfrm>
            <a:off x="1601725" y="2125083"/>
            <a:ext cx="1457549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nl-NL" b="1" dirty="0">
                <a:latin typeface="+mn-lt"/>
              </a:rPr>
              <a:t>Wake </a:t>
            </a:r>
            <a:r>
              <a:rPr lang="nl-NL" b="1" dirty="0" err="1">
                <a:latin typeface="+mn-lt"/>
              </a:rPr>
              <a:t>centre</a:t>
            </a:r>
            <a:r>
              <a:rPr lang="nl-NL" b="1" dirty="0">
                <a:latin typeface="+mn-lt"/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2746080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C276E6-3BE2-6FD5-BB3B-952901FEF7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cell data - do not delete" hidden="1">
            <a:extLst>
              <a:ext uri="{FF2B5EF4-FFF2-40B4-BE49-F238E27FC236}">
                <a16:creationId xmlns:a16="http://schemas.microsoft.com/office/drawing/2014/main" id="{B6C60F24-F623-E9F1-022A-0C3C77402295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7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B6C60F24-F623-E9F1-022A-0C3C7740229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32DC51DC-C8E1-4674-3FB1-C57199889F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9665" y="377782"/>
            <a:ext cx="9312374" cy="513195"/>
          </a:xfrm>
        </p:spPr>
        <p:txBody>
          <a:bodyPr vert="horz" rIns="0"/>
          <a:lstStyle/>
          <a:p>
            <a:r>
              <a:rPr lang="en-US" dirty="0"/>
              <a:t>Meandering: Gaussian fit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3E95564-48EB-ECB2-99CF-A29FF192EA3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BF23D5-4A53-C6B7-E9E5-525A630F1DA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21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29314FD0-B83F-41FC-A158-D333FC4C7A28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68C3FDD8-F83B-4A61-8980-AAD580A25F65}" type="datetime1">
              <a:rPr lang="en-US" smtClean="0"/>
              <a:t>10/26/2026</a:t>
            </a:fld>
            <a:endParaRPr lang="en-US" dirty="0"/>
          </a:p>
        </p:txBody>
      </p:sp>
      <p:pic>
        <p:nvPicPr>
          <p:cNvPr id="8" name="Afbeelding 7">
            <a:extLst>
              <a:ext uri="{FF2B5EF4-FFF2-40B4-BE49-F238E27FC236}">
                <a16:creationId xmlns:a16="http://schemas.microsoft.com/office/drawing/2014/main" id="{3D428EBD-4E31-9395-E766-0DE6459FA61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0749" y="1615747"/>
            <a:ext cx="4613737" cy="2306869"/>
          </a:xfrm>
          <a:prstGeom prst="rect">
            <a:avLst/>
          </a:prstGeom>
        </p:spPr>
      </p:pic>
      <p:pic>
        <p:nvPicPr>
          <p:cNvPr id="10" name="Afbeelding 9">
            <a:extLst>
              <a:ext uri="{FF2B5EF4-FFF2-40B4-BE49-F238E27FC236}">
                <a16:creationId xmlns:a16="http://schemas.microsoft.com/office/drawing/2014/main" id="{A8BAA4AC-EF4E-3019-3D48-79406707099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0750" y="3789040"/>
            <a:ext cx="4613737" cy="2306869"/>
          </a:xfrm>
          <a:prstGeom prst="rect">
            <a:avLst/>
          </a:prstGeom>
        </p:spPr>
      </p:pic>
      <p:pic>
        <p:nvPicPr>
          <p:cNvPr id="12" name="Afbeelding 11">
            <a:extLst>
              <a:ext uri="{FF2B5EF4-FFF2-40B4-BE49-F238E27FC236}">
                <a16:creationId xmlns:a16="http://schemas.microsoft.com/office/drawing/2014/main" id="{83336CA8-5442-2CD2-7A44-E24D2C4678E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2480" y="1786509"/>
            <a:ext cx="5546388" cy="2218555"/>
          </a:xfrm>
          <a:prstGeom prst="rect">
            <a:avLst/>
          </a:prstGeom>
        </p:spPr>
      </p:pic>
      <p:pic>
        <p:nvPicPr>
          <p:cNvPr id="14" name="Afbeelding 13">
            <a:extLst>
              <a:ext uri="{FF2B5EF4-FFF2-40B4-BE49-F238E27FC236}">
                <a16:creationId xmlns:a16="http://schemas.microsoft.com/office/drawing/2014/main" id="{1EAD45B5-6C59-C928-15A2-01A6080B279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2480" y="4005064"/>
            <a:ext cx="5546389" cy="2218556"/>
          </a:xfrm>
          <a:prstGeom prst="rect">
            <a:avLst/>
          </a:prstGeom>
        </p:spPr>
      </p:pic>
      <p:sp>
        <p:nvSpPr>
          <p:cNvPr id="15" name="Tekstvak 14">
            <a:extLst>
              <a:ext uri="{FF2B5EF4-FFF2-40B4-BE49-F238E27FC236}">
                <a16:creationId xmlns:a16="http://schemas.microsoft.com/office/drawing/2014/main" id="{88211A0A-070C-6698-6087-054B065A4114}"/>
              </a:ext>
            </a:extLst>
          </p:cNvPr>
          <p:cNvSpPr txBox="1"/>
          <p:nvPr/>
        </p:nvSpPr>
        <p:spPr>
          <a:xfrm>
            <a:off x="334566" y="2547393"/>
            <a:ext cx="158417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nl-NL" b="1" dirty="0">
                <a:latin typeface="+mn-lt"/>
              </a:rPr>
              <a:t>5D downstream</a:t>
            </a:r>
          </a:p>
        </p:txBody>
      </p:sp>
      <p:sp>
        <p:nvSpPr>
          <p:cNvPr id="17" name="Tekstvak 16">
            <a:extLst>
              <a:ext uri="{FF2B5EF4-FFF2-40B4-BE49-F238E27FC236}">
                <a16:creationId xmlns:a16="http://schemas.microsoft.com/office/drawing/2014/main" id="{26ACBE45-108E-05CC-3ADD-DF34AF0CE756}"/>
              </a:ext>
            </a:extLst>
          </p:cNvPr>
          <p:cNvSpPr txBox="1"/>
          <p:nvPr/>
        </p:nvSpPr>
        <p:spPr>
          <a:xfrm>
            <a:off x="262558" y="4696253"/>
            <a:ext cx="1656184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nl-NL" b="1" dirty="0">
                <a:latin typeface="+mn-lt"/>
              </a:rPr>
              <a:t>10D downstream</a:t>
            </a:r>
          </a:p>
        </p:txBody>
      </p:sp>
      <p:sp>
        <p:nvSpPr>
          <p:cNvPr id="19" name="Tekstvak 18">
            <a:extLst>
              <a:ext uri="{FF2B5EF4-FFF2-40B4-BE49-F238E27FC236}">
                <a16:creationId xmlns:a16="http://schemas.microsoft.com/office/drawing/2014/main" id="{F6093DE7-2F97-8006-FB53-FA93E18295C2}"/>
              </a:ext>
            </a:extLst>
          </p:cNvPr>
          <p:cNvSpPr txBox="1"/>
          <p:nvPr/>
        </p:nvSpPr>
        <p:spPr>
          <a:xfrm>
            <a:off x="3767461" y="1492636"/>
            <a:ext cx="229903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nl-NL" b="1" dirty="0">
                <a:latin typeface="+mn-lt"/>
              </a:rPr>
              <a:t>Time series</a:t>
            </a:r>
          </a:p>
        </p:txBody>
      </p:sp>
      <p:sp>
        <p:nvSpPr>
          <p:cNvPr id="21" name="Tekstvak 20">
            <a:extLst>
              <a:ext uri="{FF2B5EF4-FFF2-40B4-BE49-F238E27FC236}">
                <a16:creationId xmlns:a16="http://schemas.microsoft.com/office/drawing/2014/main" id="{0268B5D4-6178-C0E6-DCD2-FB21AD824AE4}"/>
              </a:ext>
            </a:extLst>
          </p:cNvPr>
          <p:cNvSpPr txBox="1"/>
          <p:nvPr/>
        </p:nvSpPr>
        <p:spPr>
          <a:xfrm>
            <a:off x="8831510" y="1485593"/>
            <a:ext cx="229903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nl-NL" b="1" dirty="0" err="1">
                <a:latin typeface="+mn-lt"/>
              </a:rPr>
              <a:t>Distributions</a:t>
            </a:r>
            <a:endParaRPr lang="nl-NL" b="1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10969892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879351-A6B0-6F2D-1813-E103684BF1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cell data - do not delete" hidden="1">
            <a:extLst>
              <a:ext uri="{FF2B5EF4-FFF2-40B4-BE49-F238E27FC236}">
                <a16:creationId xmlns:a16="http://schemas.microsoft.com/office/drawing/2014/main" id="{05D3834D-A5E3-8EBC-78A6-71596451A608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7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05D3834D-A5E3-8EBC-78A6-71596451A60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31C12796-40B3-5FF0-A343-EBEC5B5EF6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Gaussian approximation test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C20BE69-E2BE-FAF5-E481-DF850682F96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endParaRPr lang="en-US" dirty="0"/>
              </a:p>
              <a:p>
                <a:r>
                  <a:rPr lang="en-US" b="1" dirty="0"/>
                  <a:t>Passive tracer assumption: 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m:rPr>
                                <m:sty m:val="p"/>
                              </m:r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U</m:t>
                            </m:r>
                          </m:e>
                        </m:acc>
                      </m:e>
                      <m:sub>
                        <m:r>
                          <m:rPr>
                            <m:sty m:val="p"/>
                          </m:r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fix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y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)=∆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m:rPr>
                                <m:sty m:val="p"/>
                              </m:r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U</m:t>
                            </m:r>
                          </m:e>
                        </m:acc>
                      </m:e>
                      <m:sub>
                        <m:r>
                          <m:rPr>
                            <m:sty m:val="p"/>
                          </m:r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mov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y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)∗</m:t>
                    </m:r>
                    <m:r>
                      <m:rPr>
                        <m:sty m:val="p"/>
                      </m:rP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p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𝜂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The convolution (*) of two gaussian functions,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b="0" i="1" smtClean="0">
                            <a:latin typeface="Cambria Math" panose="02040503050406030204" pitchFamily="18" charset="0"/>
                          </a:rPr>
                          <m:t>f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b="0" i="1" smtClean="0">
                            <a:latin typeface="Cambria Math" panose="02040503050406030204" pitchFamily="18" charset="0"/>
                          </a:rPr>
                          <m:t>f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, is another gaussian function with 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</m:oMath>
                </a14:m>
                <a:r>
                  <a:rPr lang="en-US" dirty="0"/>
                  <a:t> 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If we assume that: </a:t>
                </a:r>
              </a:p>
              <a:p>
                <a:pPr marL="558900" lvl="1" indent="-342900">
                  <a:buFont typeface="+mj-lt"/>
                  <a:buAutoNum type="arabicPeriod"/>
                </a:pPr>
                <a:r>
                  <a:rPr lang="en-US" dirty="0"/>
                  <a:t>the wake in the moving-frame of reference is Gaussian</a:t>
                </a:r>
              </a:p>
              <a:p>
                <a:pPr marL="558900" lvl="1" indent="-342900">
                  <a:buFont typeface="+mj-lt"/>
                  <a:buAutoNum type="arabicPeriod"/>
                </a:pPr>
                <a:r>
                  <a:rPr lang="en-US" dirty="0"/>
                  <a:t>the meandering distribution is Gaussian</a:t>
                </a:r>
              </a:p>
              <a:p>
                <a:pPr marL="558900" lvl="1" indent="-342900">
                  <a:buFont typeface="+mj-lt"/>
                  <a:buAutoNum type="arabicPeriod"/>
                </a:pPr>
                <a:r>
                  <a:rPr lang="en-US" b="1" dirty="0"/>
                  <a:t>the wake behaves as a passive tracer</a:t>
                </a:r>
              </a:p>
              <a:p>
                <a:pPr marL="558900" lvl="1" indent="-342900">
                  <a:buFont typeface="+mj-lt"/>
                  <a:buAutoNum type="arabicPeriod"/>
                </a:pPr>
                <a:endParaRPr lang="en-US" dirty="0"/>
              </a:p>
              <a:p>
                <a:pPr marL="216000" lvl="1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F2F788C-8268-7AFD-FB39-EA4B3C6CCC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5"/>
                <a:stretch>
                  <a:fillRect l="-1374" r="-14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D35C886-690A-93C8-1E95-15A458321F4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46F778C-5F55-0DC9-90BC-8F81144CC54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22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BD807FE2-8360-4E3C-E14B-A341D0E5D315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C2BB3CC2-D564-4641-8DD3-28B819E5FCEB}" type="datetime1">
              <a:rPr lang="en-US" smtClean="0"/>
              <a:t>10/26/2026</a:t>
            </a:fld>
            <a:endParaRPr lang="en-US" dirty="0"/>
          </a:p>
        </p:txBody>
      </p:sp>
      <p:sp>
        <p:nvSpPr>
          <p:cNvPr id="8" name="Right Brace 7">
            <a:extLst>
              <a:ext uri="{FF2B5EF4-FFF2-40B4-BE49-F238E27FC236}">
                <a16:creationId xmlns:a16="http://schemas.microsoft.com/office/drawing/2014/main" id="{47A50029-1DB3-42C6-8A12-1A45354CEFB5}"/>
              </a:ext>
            </a:extLst>
          </p:cNvPr>
          <p:cNvSpPr/>
          <p:nvPr/>
        </p:nvSpPr>
        <p:spPr bwMode="auto">
          <a:xfrm>
            <a:off x="8074360" y="4559641"/>
            <a:ext cx="360040" cy="1154345"/>
          </a:xfrm>
          <a:prstGeom prst="rightBrace">
            <a:avLst>
              <a:gd name="adj1" fmla="val 25365"/>
              <a:gd name="adj2" fmla="val 48577"/>
            </a:avLst>
          </a:prstGeom>
          <a:noFill/>
          <a:ln w="38100" cap="flat" cmpd="sng" algn="ctr">
            <a:solidFill>
              <a:schemeClr val="accent2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575C70A-E680-A06B-C7BF-DBDD93AEA62A}"/>
                  </a:ext>
                </a:extLst>
              </p:cNvPr>
              <p:cNvSpPr txBox="1"/>
              <p:nvPr/>
            </p:nvSpPr>
            <p:spPr>
              <a:xfrm>
                <a:off x="8631491" y="4919682"/>
                <a:ext cx="2758447" cy="33541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spcBef>
                    <a:spcPts val="432"/>
                  </a:spcBef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fix</m:t>
                          </m:r>
                        </m:sub>
                      </m:sSub>
                      <m:r>
                        <a:rPr lang="de-DE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b>
                            <m:sSubPr>
                              <m:ctrlP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sSup>
                                <m:sSup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de-DE" sz="18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1800" i="1">
                                  <a:latin typeface="Cambria Math" panose="02040503050406030204" pitchFamily="18" charset="0"/>
                                </a:rPr>
                                <m:t>mov</m:t>
                              </m:r>
                            </m:sub>
                          </m:sSub>
                          <m:r>
                            <a:rPr lang="de-D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sSup>
                                <m:sSup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de-DE" sz="18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1800" i="1">
                                  <a:latin typeface="Cambria Math" panose="02040503050406030204" pitchFamily="18" charset="0"/>
                                </a:rPr>
                                <m:t>meander</m:t>
                              </m:r>
                            </m:sub>
                          </m:sSub>
                        </m:e>
                      </m:rad>
                    </m:oMath>
                  </m:oMathPara>
                </a14:m>
                <a:endParaRPr lang="en-US" sz="1800" dirty="0" err="1">
                  <a:latin typeface="+mn-lt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5094F2E-69C6-C08B-DFD6-9EEF929417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31491" y="4919682"/>
                <a:ext cx="2758447" cy="335413"/>
              </a:xfrm>
              <a:prstGeom prst="rect">
                <a:avLst/>
              </a:prstGeom>
              <a:blipFill>
                <a:blip r:embed="rId6"/>
                <a:stretch>
                  <a:fillRect l="-664" r="-221" b="-1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 9">
            <a:extLst>
              <a:ext uri="{FF2B5EF4-FFF2-40B4-BE49-F238E27FC236}">
                <a16:creationId xmlns:a16="http://schemas.microsoft.com/office/drawing/2014/main" id="{7E3F945A-CF84-F035-9794-8853840D8FE3}"/>
              </a:ext>
            </a:extLst>
          </p:cNvPr>
          <p:cNvSpPr/>
          <p:nvPr/>
        </p:nvSpPr>
        <p:spPr bwMode="auto">
          <a:xfrm>
            <a:off x="8543478" y="4775666"/>
            <a:ext cx="2962971" cy="648072"/>
          </a:xfrm>
          <a:prstGeom prst="rect">
            <a:avLst/>
          </a:prstGeom>
          <a:noFill/>
          <a:ln w="9525" cap="flat" cmpd="sng" algn="ctr">
            <a:solidFill>
              <a:schemeClr val="bg1">
                <a:lumMod val="5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DBAF13A-2B66-3D39-651A-A23AA9B56ECD}"/>
              </a:ext>
            </a:extLst>
          </p:cNvPr>
          <p:cNvSpPr txBox="1"/>
          <p:nvPr/>
        </p:nvSpPr>
        <p:spPr>
          <a:xfrm>
            <a:off x="8975526" y="4437112"/>
            <a:ext cx="360040" cy="67710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US" sz="4400" b="1" dirty="0">
                <a:solidFill>
                  <a:srgbClr val="C00000"/>
                </a:solidFill>
                <a:latin typeface="+mn-lt"/>
              </a:rPr>
              <a:t>?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1F28F07-4BF4-3413-2923-44F33BEF7F52}"/>
              </a:ext>
            </a:extLst>
          </p:cNvPr>
          <p:cNvSpPr/>
          <p:nvPr/>
        </p:nvSpPr>
        <p:spPr bwMode="auto">
          <a:xfrm>
            <a:off x="9423579" y="4919682"/>
            <a:ext cx="776083" cy="453534"/>
          </a:xfrm>
          <a:prstGeom prst="rect">
            <a:avLst/>
          </a:prstGeom>
          <a:noFill/>
          <a:ln w="76200" cap="flat" cmpd="sng" algn="ctr">
            <a:solidFill>
              <a:srgbClr val="FF0000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7EFB92F8-7933-537B-4307-3615B009228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4718" y="1327741"/>
            <a:ext cx="7334944" cy="366747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5E00183-F1F7-6FAF-13AA-8479A7BDCED7}"/>
              </a:ext>
            </a:extLst>
          </p:cNvPr>
          <p:cNvSpPr txBox="1"/>
          <p:nvPr/>
        </p:nvSpPr>
        <p:spPr>
          <a:xfrm>
            <a:off x="8687494" y="5298885"/>
            <a:ext cx="344035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432"/>
              </a:spcBef>
            </a:pPr>
            <a:r>
              <a:rPr lang="en-US" sz="2000" dirty="0">
                <a:latin typeface="+mn-lt"/>
              </a:rPr>
              <a:t>✅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8BD1047-550F-F8AF-4344-774951894F17}"/>
              </a:ext>
            </a:extLst>
          </p:cNvPr>
          <p:cNvSpPr txBox="1"/>
          <p:nvPr/>
        </p:nvSpPr>
        <p:spPr>
          <a:xfrm>
            <a:off x="10751417" y="5298885"/>
            <a:ext cx="344035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432"/>
              </a:spcBef>
            </a:pPr>
            <a:r>
              <a:rPr lang="en-US" sz="2000" dirty="0">
                <a:latin typeface="+mn-lt"/>
              </a:rPr>
              <a:t>✅</a:t>
            </a:r>
          </a:p>
        </p:txBody>
      </p:sp>
    </p:spTree>
    <p:extLst>
      <p:ext uri="{BB962C8B-B14F-4D97-AF65-F5344CB8AC3E}">
        <p14:creationId xmlns:p14="http://schemas.microsoft.com/office/powerpoint/2010/main" val="7309145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DNEW" val="Fals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0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0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0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Blank">
  <a:themeElements>
    <a:clrScheme name="DTU">
      <a:dk1>
        <a:srgbClr val="000000"/>
      </a:dk1>
      <a:lt1>
        <a:srgbClr val="FFFFFF"/>
      </a:lt1>
      <a:dk2>
        <a:srgbClr val="990000"/>
      </a:dk2>
      <a:lt2>
        <a:srgbClr val="79238E"/>
      </a:lt2>
      <a:accent1>
        <a:srgbClr val="990000"/>
      </a:accent1>
      <a:accent2>
        <a:srgbClr val="2F3EEA"/>
      </a:accent2>
      <a:accent3>
        <a:srgbClr val="1FD082"/>
      </a:accent3>
      <a:accent4>
        <a:srgbClr val="171748"/>
      </a:accent4>
      <a:accent5>
        <a:srgbClr val="F6D04D"/>
      </a:accent5>
      <a:accent6>
        <a:srgbClr val="FC7634"/>
      </a:accent6>
      <a:hlink>
        <a:srgbClr val="2F3EEA"/>
      </a:hlink>
      <a:folHlink>
        <a:srgbClr val="990000"/>
      </a:folHlink>
    </a:clrScheme>
    <a:fontScheme name="DTU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2"/>
        </a:solidFill>
        <a:ln w="9525" cap="flat" cmpd="sng" algn="ctr">
          <a:solidFill>
            <a:schemeClr val="accent2"/>
          </a:solidFill>
          <a:prstDash val="solid"/>
          <a:miter lim="800000"/>
          <a:headEnd type="none" w="med" len="med"/>
          <a:tailEnd type="none" w="med" len="med"/>
        </a:ln>
        <a:effectLst/>
      </a:spPr>
      <a:bodyPr vert="horz" wrap="square" lIns="90000" tIns="46800" rIns="90000" bIns="46800" numCol="1" rtlCol="0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ts val="432"/>
          </a:spcBef>
          <a:spcAft>
            <a:spcPct val="0"/>
          </a:spcAft>
          <a:buClrTx/>
          <a:buSzTx/>
          <a:buFontTx/>
          <a:buNone/>
          <a:tabLst/>
          <a:defRPr kumimoji="0" sz="1600" b="0" i="0" u="none" strike="noStrike" cap="none" normalizeH="0" baseline="0" dirty="0" err="1" smtClean="0">
            <a:ln>
              <a:noFill/>
            </a:ln>
            <a:solidFill>
              <a:srgbClr val="FFFFFF"/>
            </a:solidFill>
            <a:effectLst/>
            <a:latin typeface="+mn-lt"/>
            <a:ea typeface="ＭＳ Ｐゴシック" pitchFamily="-80" charset="-128"/>
          </a:defRPr>
        </a:defPPr>
      </a:lstStyle>
    </a:spDef>
    <a:lnDef>
      <a:spPr bwMode="auto">
        <a:solidFill>
          <a:schemeClr val="accent1"/>
        </a:solidFill>
        <a:ln w="9525" cap="flat" cmpd="sng" algn="ctr">
          <a:solidFill>
            <a:schemeClr val="tx1"/>
          </a:solidFill>
          <a:prstDash val="solid"/>
          <a:miter lim="800000"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/>
      <a:lstStyle/>
    </a:lnDef>
    <a:txDef>
      <a:spPr>
        <a:noFill/>
      </a:spPr>
      <a:bodyPr wrap="square" lIns="0" tIns="0" rIns="0" bIns="0" rtlCol="0">
        <a:spAutoFit/>
      </a:bodyPr>
      <a:lstStyle>
        <a:defPPr algn="l">
          <a:spcBef>
            <a:spcPts val="432"/>
          </a:spcBef>
          <a:defRPr dirty="0" err="1" smtClean="0"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DTU Wind Energy Template.pptx  -  Read-Only" id="{5D1E195A-5694-493A-9B3A-DD892780DE75}" vid="{6B133F9E-2F46-46EE-B913-DA3CF10F941B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.xml"/></Relationships>
</file>

<file path=customXml/_rels/item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6.xml"/></Relationships>
</file>

<file path=customXml/_rels/item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7.xml"/></Relationships>
</file>

<file path=customXml/_rels/item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8.xml"/></Relationships>
</file>

<file path=customXml/_rels/item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9.xml"/></Relationships>
</file>

<file path=customXml/_rels/item10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0.xml"/></Relationships>
</file>

<file path=customXml/_rels/item1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1.xml"/></Relationships>
</file>

<file path=customXml/_rels/item1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2.xml"/></Relationships>
</file>

<file path=customXml/_rels/item1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3.xml"/></Relationships>
</file>

<file path=customXml/_rels/item1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4.xml"/></Relationships>
</file>

<file path=customXml/_rels/item1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5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ADA1FD2B40FDA458284BB6FCA763489" ma:contentTypeVersion="5" ma:contentTypeDescription="Create a new document." ma:contentTypeScope="" ma:versionID="72b2569ebc96083092f6d8e76413cd52">
  <xsd:schema xmlns:xsd="http://www.w3.org/2001/XMLSchema" xmlns:xs="http://www.w3.org/2001/XMLSchema" xmlns:p="http://schemas.microsoft.com/office/2006/metadata/properties" xmlns:ns2="683dcda1-f8c3-442f-ae64-e236c052732d" xmlns:ns3="715bde23-c48d-41ea-a697-dffaa8fbae8d" targetNamespace="http://schemas.microsoft.com/office/2006/metadata/properties" ma:root="true" ma:fieldsID="df14c340b530a7b5c38005fefa6a5693" ns2:_="" ns3:_="">
    <xsd:import namespace="683dcda1-f8c3-442f-ae64-e236c052732d"/>
    <xsd:import namespace="715bde23-c48d-41ea-a697-dffaa8fbae8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83dcda1-f8c3-442f-ae64-e236c052732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5bde23-c48d-41ea-a697-dffaa8fbae8d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TemplafySlideTemplateConfiguration><![CDATA[{"documentContentValidatorConfiguration":{"enableDocumentContentValidator":false,"documentContentValidatorVersion":0},"elementsMetadata":[],"slideId":"637582373566098804","enableDocumentContentUpdater":true,"version":"1.2"}]]></TemplafySlideTemplateConfiguration>
</file>

<file path=customXml/item3.xml><?xml version="1.0" encoding="utf-8"?>
<TemplafyFormConfiguration><![CDATA[{"formFields":[{"required":false,"helpTexts":{"prefix":"","postfix":""},"spacing":{},"type":"datePicker","name":"Date","label":"Date","fullyQualifiedName":"Date"},{"required":false,"placeholder":"","lines":0,"helpTexts":{"prefix":"","postfix":""},"spacing":{},"type":"textBox","name":"PresentationTitle","label":"Presentation title","fullyQualifiedName":"PresentationTitle"}],"formDataEntries":[]}]]></TemplafyFormConfiguration>
</file>

<file path=customXml/item4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5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6.xml><?xml version="1.0" encoding="utf-8"?>
<TemplafySlideFormConfiguration><![CDATA[{"formFields":[],"formDataEntries":[]}]]></TemplafySlideFormConfiguration>
</file>

<file path=customXml/item7.xml><?xml version="1.0" encoding="utf-8"?>
<TemplafySlideFormConfiguration><![CDATA[{"formFields":[],"formDataEntries":[]}]]></TemplafySlideFormConfiguration>
</file>

<file path=customXml/item8.xml><?xml version="1.0" encoding="utf-8"?>
<TemplafyTemplateConfiguration><![CDATA[{"elementsMetadata":[{"type":"shape","id":"760c0b01-e6e8-4844-b6e1-1dc9fa2aa3a0","elementConfiguration":{"binding":"UserProfile.Offices.Workarea_{{DocumentLanguage}}","disableUpdates":false,"type":"text"}},{"type":"shape","id":"d52388ce-2b60-421d-b542-b927e7f7ca5d","elementConfiguration":{"format":"{{DateFormats.GeneralDate}}","binding":"Form.Date","disableUpdates":false,"type":"date"}},{"type":"shape","id":"19920dab-3faa-4eb9-b064-a1f7031a4d5a","elementConfiguration":{"binding":"Form.PresentationTitle","disableUpdates":false,"type":"text"}}],"transformationConfigurations":[{"language":"{{DocumentLanguage}}","disableUpdates":false,"type":"proofingLanguage"}],"templateName":"DTU Wind Energy Template","templateDescription":"","enableDocumentContentUpdater":true,"version":"1.2"}]]></TemplafyTemplateConfiguration>
</file>

<file path=customXml/item9.xml><?xml version="1.0" encoding="utf-8"?>
<TemplafySlideTemplateConfiguration><![CDATA[{"documentContentValidatorConfiguration":{"enableDocumentContentValidator":false,"documentContentValidatorVersion":0},"elementsMetadata":[],"slideId":"637582373565786322","enableDocumentContentUpdater":true,"version":"1.2"}]]></TemplafySlideTemplateConfiguration>
</file>

<file path=customXml/item10.xml><?xml version="1.0" encoding="utf-8"?>
<TemplafySlideTemplateConfiguration><![CDATA[{"documentContentValidatorConfiguration":{"enableDocumentContentValidator":false,"documentContentValidatorVersion":0},"elementsMetadata":[],"slideId":"636822015789305408","enableDocumentContentUpdater":true,"version":"1.2"}]]></TemplafySlideTemplateConfiguration>
</file>

<file path=customXml/item11.xml><?xml version="1.0" encoding="utf-8"?>
<TemplafySlideFormConfiguration><![CDATA[{"formFields":[],"formDataEntries":[]}]]></TemplafySlideFormConfiguration>
</file>

<file path=customXml/item12.xml><?xml version="1.0" encoding="utf-8"?>
<TemplafySlideFormConfiguration><![CDATA[{"formFields":[],"formDataEntries":[]}]]></TemplafySlideFormConfiguration>
</file>

<file path=customXml/item13.xml><?xml version="1.0" encoding="utf-8"?>
<TemplafySlideTemplateConfiguration><![CDATA[{"documentContentValidatorConfiguration":{"enableDocumentContentValidator":false,"documentContentValidatorVersion":0},"elementsMetadata":[],"slideId":"637582373565786322","enableDocumentContentUpdater":true,"version":"1.2"}]]></TemplafySlideTemplateConfiguration>
</file>

<file path=customXml/item14.xml><?xml version="1.0" encoding="utf-8"?>
<TemplafySlideFormConfiguration><![CDATA[{"formFields":[],"formDataEntries":[]}]]></TemplafySlideFormConfiguration>
</file>

<file path=customXml/item15.xml><?xml version="1.0" encoding="utf-8"?>
<TemplafySlideTemplateConfiguration><![CDATA[{"documentContentValidatorConfiguration":{"enableDocumentContentValidator":false,"documentContentValidatorVersion":0},"elementsMetadata":[],"slideId":"637582373565786322","enableDocumentContentUpdater":true,"version":"1.2"}]]></TemplafySlideTemplateConfiguration>
</file>

<file path=customXml/itemProps1.xml><?xml version="1.0" encoding="utf-8"?>
<ds:datastoreItem xmlns:ds="http://schemas.openxmlformats.org/officeDocument/2006/customXml" ds:itemID="{06B25442-D932-4BC3-89C2-322C820ADD8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83dcda1-f8c3-442f-ae64-e236c052732d"/>
    <ds:schemaRef ds:uri="715bde23-c48d-41ea-a697-dffaa8fbae8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2EB4C41E-0201-403E-B674-C35FC9D83F82}">
  <ds:schemaRefs/>
</ds:datastoreItem>
</file>

<file path=customXml/itemProps3.xml><?xml version="1.0" encoding="utf-8"?>
<ds:datastoreItem xmlns:ds="http://schemas.openxmlformats.org/officeDocument/2006/customXml" ds:itemID="{C086A146-0E09-4AA0-A3DC-33B2C18DA71A}">
  <ds:schemaRefs/>
</ds:datastoreItem>
</file>

<file path=customXml/itemProps4.xml><?xml version="1.0" encoding="utf-8"?>
<ds:datastoreItem xmlns:ds="http://schemas.openxmlformats.org/officeDocument/2006/customXml" ds:itemID="{AF32439C-8EF2-469F-A487-C82C55E480DE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5.xml><?xml version="1.0" encoding="utf-8"?>
<ds:datastoreItem xmlns:ds="http://schemas.openxmlformats.org/officeDocument/2006/customXml" ds:itemID="{130D490B-E977-43FF-A2D1-8C2447D6F702}">
  <ds:schemaRefs>
    <ds:schemaRef ds:uri="http://schemas.microsoft.com/sharepoint/v3/contenttype/forms"/>
  </ds:schemaRefs>
</ds:datastoreItem>
</file>

<file path=customXml/itemProps6.xml><?xml version="1.0" encoding="utf-8"?>
<ds:datastoreItem xmlns:ds="http://schemas.openxmlformats.org/officeDocument/2006/customXml" ds:itemID="{256B63E5-69B6-464D-863A-E47835EE7289}">
  <ds:schemaRefs/>
</ds:datastoreItem>
</file>

<file path=customXml/itemProps7.xml><?xml version="1.0" encoding="utf-8"?>
<ds:datastoreItem xmlns:ds="http://schemas.openxmlformats.org/officeDocument/2006/customXml" ds:itemID="{F5CD6E9F-EB95-4B70-B601-F184015A4F9D}">
  <ds:schemaRefs/>
</ds:datastoreItem>
</file>

<file path=customXml/itemProps8.xml><?xml version="1.0" encoding="utf-8"?>
<ds:datastoreItem xmlns:ds="http://schemas.openxmlformats.org/officeDocument/2006/customXml" ds:itemID="{1334258C-C3E7-4029-A615-C886A240FB15}">
  <ds:schemaRefs/>
</ds:datastoreItem>
</file>

<file path=customXml/itemProps9.xml><?xml version="1.0" encoding="utf-8"?>
<ds:datastoreItem xmlns:ds="http://schemas.openxmlformats.org/officeDocument/2006/customXml" ds:itemID="{9264A7C6-73F2-4A78-AE58-B921BC9D921C}">
  <ds:schemaRefs/>
</ds:datastoreItem>
</file>

<file path=customXml/itemProps10.xml><?xml version="1.0" encoding="utf-8"?>
<ds:datastoreItem xmlns:ds="http://schemas.openxmlformats.org/officeDocument/2006/customXml" ds:itemID="{B917EF7A-B11F-4137-A061-E3AFCEC45668}">
  <ds:schemaRefs/>
</ds:datastoreItem>
</file>

<file path=customXml/itemProps11.xml><?xml version="1.0" encoding="utf-8"?>
<ds:datastoreItem xmlns:ds="http://schemas.openxmlformats.org/officeDocument/2006/customXml" ds:itemID="{09A4C5C1-E379-42C2-9CE4-96EAD0C517EB}">
  <ds:schemaRefs/>
</ds:datastoreItem>
</file>

<file path=customXml/itemProps12.xml><?xml version="1.0" encoding="utf-8"?>
<ds:datastoreItem xmlns:ds="http://schemas.openxmlformats.org/officeDocument/2006/customXml" ds:itemID="{89E65983-BEBD-4684-8266-29F51A82FD68}">
  <ds:schemaRefs/>
</ds:datastoreItem>
</file>

<file path=customXml/itemProps13.xml><?xml version="1.0" encoding="utf-8"?>
<ds:datastoreItem xmlns:ds="http://schemas.openxmlformats.org/officeDocument/2006/customXml" ds:itemID="{747FA701-153C-414F-9076-93D6EB8F30A9}">
  <ds:schemaRefs/>
</ds:datastoreItem>
</file>

<file path=customXml/itemProps14.xml><?xml version="1.0" encoding="utf-8"?>
<ds:datastoreItem xmlns:ds="http://schemas.openxmlformats.org/officeDocument/2006/customXml" ds:itemID="{27900B32-6883-412F-8FAC-916A5B87173E}">
  <ds:schemaRefs/>
</ds:datastoreItem>
</file>

<file path=customXml/itemProps15.xml><?xml version="1.0" encoding="utf-8"?>
<ds:datastoreItem xmlns:ds="http://schemas.openxmlformats.org/officeDocument/2006/customXml" ds:itemID="{0A0F7F37-D167-4B30-B1F7-9A6095DD8E5E}">
  <ds:schemaRefs/>
</ds:datastoreItem>
</file>

<file path=docMetadata/LabelInfo.xml><?xml version="1.0" encoding="utf-8"?>
<clbl:labelList xmlns:clbl="http://schemas.microsoft.com/office/2020/mipLabelMetadata">
  <clbl:label id="{c54a7a20-be22-4e5c-97bd-277f45e221d0}" enabled="1" method="Privileged" siteId="{c0701940-7b3f-4116-a59f-159078bc3c63}" contentBits="2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wake_aerodynamics_group4</Template>
  <TotalTime>0</TotalTime>
  <Words>1284</Words>
  <Application>Microsoft Office PowerPoint</Application>
  <PresentationFormat>Custom</PresentationFormat>
  <Paragraphs>239</Paragraphs>
  <Slides>22</Slides>
  <Notes>2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Arial</vt:lpstr>
      <vt:lpstr>Cambria Math</vt:lpstr>
      <vt:lpstr>Verdana</vt:lpstr>
      <vt:lpstr>Blank</vt:lpstr>
      <vt:lpstr>thinkcell Slide</vt:lpstr>
      <vt:lpstr>A deconstructed comparison of DWM and LES wake aerodynamics</vt:lpstr>
      <vt:lpstr>Motivation</vt:lpstr>
      <vt:lpstr>Motivation</vt:lpstr>
      <vt:lpstr>Motivation</vt:lpstr>
      <vt:lpstr>Set-up</vt:lpstr>
      <vt:lpstr>Flow visualization</vt:lpstr>
      <vt:lpstr>Methodology: “Unsmear” workflow</vt:lpstr>
      <vt:lpstr>Methodology: Comparison against LES</vt:lpstr>
      <vt:lpstr>Expected outcomes</vt:lpstr>
      <vt:lpstr>References</vt:lpstr>
      <vt:lpstr>A deconstructed comparison of DWM and LES wake aerodynamics</vt:lpstr>
      <vt:lpstr>Methodology: “Unsmear” workflow</vt:lpstr>
      <vt:lpstr>Gaussian approximation test</vt:lpstr>
      <vt:lpstr>Gaussian approximation test</vt:lpstr>
      <vt:lpstr>Fix frame of reference: Wake deficit computation</vt:lpstr>
      <vt:lpstr>Fix frame of reference: Wake deficit computation</vt:lpstr>
      <vt:lpstr>Fix frame of reference: Wake deficit computation</vt:lpstr>
      <vt:lpstr>Fix frame of reference: Gaussian fit</vt:lpstr>
      <vt:lpstr>Gaussian approximation test</vt:lpstr>
      <vt:lpstr>Meandering</vt:lpstr>
      <vt:lpstr>Meandering: Gaussian fit</vt:lpstr>
      <vt:lpstr>Gaussian approximation test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Ignacio Hector Caviglia</dc:creator>
  <cp:keywords/>
  <dc:description/>
  <cp:lastModifiedBy>Ignacio Hector Caviglia</cp:lastModifiedBy>
  <cp:revision>19</cp:revision>
  <dcterms:created xsi:type="dcterms:W3CDTF">2026-10-05T14:51:38Z</dcterms:created>
  <dcterms:modified xsi:type="dcterms:W3CDTF">2026-10-26T09:00:15Z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TemplafyTimeStamp">
    <vt:lpwstr>2021-06-02T13:27:21.6449280</vt:lpwstr>
  </property>
  <property fmtid="{D5CDD505-2E9C-101B-9397-08002B2CF9AE}" pid="3" name="ContentTypeId">
    <vt:lpwstr>0x0101009ADA1FD2B40FDA458284BB6FCA763489</vt:lpwstr>
  </property>
  <property fmtid="{D5CDD505-2E9C-101B-9397-08002B2CF9AE}" pid="4" name="ClassificationContentMarkingFooterLocations">
    <vt:lpwstr>Blank:9</vt:lpwstr>
  </property>
  <property fmtid="{D5CDD505-2E9C-101B-9397-08002B2CF9AE}" pid="5" name="ClassificationContentMarkingFooterText">
    <vt:lpwstr>Classification: Public
</vt:lpwstr>
  </property>
</Properties>
</file>