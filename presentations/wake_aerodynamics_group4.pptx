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35"/>
  </p:notesMasterIdLst>
  <p:handoutMasterIdLst>
    <p:handoutMasterId r:id="rId36"/>
  </p:handoutMasterIdLst>
  <p:sldIdLst>
    <p:sldId id="500" r:id="rId17"/>
    <p:sldId id="511" r:id="rId18"/>
    <p:sldId id="512" r:id="rId19"/>
    <p:sldId id="513" r:id="rId20"/>
    <p:sldId id="506" r:id="rId21"/>
    <p:sldId id="510" r:id="rId22"/>
    <p:sldId id="508" r:id="rId23"/>
    <p:sldId id="507" r:id="rId24"/>
    <p:sldId id="514" r:id="rId25"/>
    <p:sldId id="515" r:id="rId26"/>
    <p:sldId id="505" r:id="rId27"/>
    <p:sldId id="522" r:id="rId28"/>
    <p:sldId id="520" r:id="rId29"/>
    <p:sldId id="519" r:id="rId30"/>
    <p:sldId id="518" r:id="rId31"/>
    <p:sldId id="516" r:id="rId32"/>
    <p:sldId id="523" r:id="rId33"/>
    <p:sldId id="524" r:id="rId34"/>
  </p:sldIdLst>
  <p:sldSz cx="12190413" cy="6858000"/>
  <p:notesSz cx="6858000" cy="9144000"/>
  <p:custDataLst>
    <p:tags r:id="rId37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11"/>
            <p14:sldId id="512"/>
            <p14:sldId id="513"/>
            <p14:sldId id="506"/>
            <p14:sldId id="510"/>
            <p14:sldId id="508"/>
            <p14:sldId id="507"/>
            <p14:sldId id="514"/>
            <p14:sldId id="515"/>
          </p14:sldIdLst>
        </p14:section>
        <p14:section name="26.10.2026" id="{6BD670E4-1915-4540-9F17-215133EDEC5F}">
          <p14:sldIdLst>
            <p14:sldId id="505"/>
            <p14:sldId id="522"/>
            <p14:sldId id="520"/>
            <p14:sldId id="519"/>
            <p14:sldId id="518"/>
            <p14:sldId id="516"/>
            <p14:sldId id="523"/>
            <p14:sldId id="5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F48EB8-E695-4524-8021-9A904A137557}" v="926" dt="2026-10-22T11:40:19.979"/>
  </p1510:revLst>
</p1510:revInfo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39" Type="http://schemas.openxmlformats.org/officeDocument/2006/relationships/presProps" Target="presProps.xml"/><Relationship Id="rId21" Type="http://schemas.openxmlformats.org/officeDocument/2006/relationships/slide" Target="slides/slide5.xml"/><Relationship Id="rId34" Type="http://schemas.openxmlformats.org/officeDocument/2006/relationships/slide" Target="slides/slide18.xml"/><Relationship Id="rId42" Type="http://schemas.openxmlformats.org/officeDocument/2006/relationships/tableStyles" Target="tableStyles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0" Type="http://schemas.openxmlformats.org/officeDocument/2006/relationships/slide" Target="slides/slide4.xml"/><Relationship Id="rId29" Type="http://schemas.openxmlformats.org/officeDocument/2006/relationships/slide" Target="slides/slide13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slide" Target="slides/slide16.xml"/><Relationship Id="rId37" Type="http://schemas.openxmlformats.org/officeDocument/2006/relationships/tags" Target="tags/tag1.xml"/><Relationship Id="rId40" Type="http://schemas.openxmlformats.org/officeDocument/2006/relationships/viewProps" Target="view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36" Type="http://schemas.openxmlformats.org/officeDocument/2006/relationships/handoutMaster" Target="handoutMasters/handoutMaster1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slide" Target="slides/slide15.xml"/><Relationship Id="rId44" Type="http://schemas.microsoft.com/office/2015/10/relationships/revisionInfo" Target="revisionInfo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5" Type="http://schemas.openxmlformats.org/officeDocument/2006/relationships/notesMaster" Target="notesMasters/notesMaster1.xml"/><Relationship Id="rId43" Type="http://schemas.microsoft.com/office/2016/11/relationships/changesInfo" Target="changesInfos/changesInfo1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slide" Target="slides/slide17.xml"/><Relationship Id="rId38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Hector Caviglia" userId="3fee0988-6c20-4138-8d44-544a5098d377" providerId="ADAL" clId="{E38CA375-B9F8-479D-9119-80579E771090}"/>
    <pc:docChg chg="undo redo custSel addSld delSld modSld sldOrd modSection">
      <pc:chgData name="Ignacio Hector Caviglia" userId="3fee0988-6c20-4138-8d44-544a5098d377" providerId="ADAL" clId="{E38CA375-B9F8-479D-9119-80579E771090}" dt="2026-10-22T11:40:32.941" v="4438" actId="20577"/>
      <pc:docMkLst>
        <pc:docMk/>
      </pc:docMkLst>
      <pc:sldChg chg="modSp mod">
        <pc:chgData name="Ignacio Hector Caviglia" userId="3fee0988-6c20-4138-8d44-544a5098d377" providerId="ADAL" clId="{E38CA375-B9F8-479D-9119-80579E771090}" dt="2026-10-22T08:11:17.799" v="2275" actId="20577"/>
        <pc:sldMkLst>
          <pc:docMk/>
          <pc:sldMk cId="982542195" sldId="500"/>
        </pc:sldMkLst>
        <pc:spChg chg="mod">
          <ac:chgData name="Ignacio Hector Caviglia" userId="3fee0988-6c20-4138-8d44-544a5098d377" providerId="ADAL" clId="{E38CA375-B9F8-479D-9119-80579E771090}" dt="2026-10-22T08:11:17.799" v="2275" actId="20577"/>
          <ac:spMkLst>
            <pc:docMk/>
            <pc:sldMk cId="982542195" sldId="500"/>
            <ac:spMk id="12" creationId="{F07FF698-C02A-844F-9BE5-60293E03B8EE}"/>
          </ac:spMkLst>
        </pc:spChg>
      </pc:sldChg>
      <pc:sldChg chg="addSp delSp modSp del mod">
        <pc:chgData name="Ignacio Hector Caviglia" userId="3fee0988-6c20-4138-8d44-544a5098d377" providerId="ADAL" clId="{E38CA375-B9F8-479D-9119-80579E771090}" dt="2026-10-22T08:24:17.467" v="2633" actId="47"/>
        <pc:sldMkLst>
          <pc:docMk/>
          <pc:sldMk cId="908803755" sldId="504"/>
        </pc:sldMkLst>
        <pc:spChg chg="mod">
          <ac:chgData name="Ignacio Hector Caviglia" userId="3fee0988-6c20-4138-8d44-544a5098d377" providerId="ADAL" clId="{E38CA375-B9F8-479D-9119-80579E771090}" dt="2026-10-22T08:18:43.459" v="2534"/>
          <ac:spMkLst>
            <pc:docMk/>
            <pc:sldMk cId="908803755" sldId="504"/>
            <ac:spMk id="2" creationId="{F68CA5B3-3CB6-ECC6-B33B-3BC2BB3268DF}"/>
          </ac:spMkLst>
        </pc:spChg>
        <pc:spChg chg="del">
          <ac:chgData name="Ignacio Hector Caviglia" userId="3fee0988-6c20-4138-8d44-544a5098d377" providerId="ADAL" clId="{E38CA375-B9F8-479D-9119-80579E771090}" dt="2026-10-22T08:15:24.626" v="2369"/>
          <ac:spMkLst>
            <pc:docMk/>
            <pc:sldMk cId="908803755" sldId="504"/>
            <ac:spMk id="3" creationId="{99F66108-E43F-5858-ACA8-5CC4B44DEDDB}"/>
          </ac:spMkLst>
        </pc:spChg>
        <pc:spChg chg="add mod">
          <ac:chgData name="Ignacio Hector Caviglia" userId="3fee0988-6c20-4138-8d44-544a5098d377" providerId="ADAL" clId="{E38CA375-B9F8-479D-9119-80579E771090}" dt="2026-10-22T08:17:04.818" v="2390" actId="1076"/>
          <ac:spMkLst>
            <pc:docMk/>
            <pc:sldMk cId="908803755" sldId="504"/>
            <ac:spMk id="11" creationId="{3F80DFCF-41AD-5619-759E-E1721C58CFD7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7:34.834" v="2421"/>
          <ac:graphicFrameMkLst>
            <pc:docMk/>
            <pc:sldMk cId="908803755" sldId="504"/>
            <ac:graphicFrameMk id="12" creationId="{F984559B-EB20-EBAB-C6CA-85128DE7DAD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8:16:49.072" v="2387" actId="1076"/>
          <ac:picMkLst>
            <pc:docMk/>
            <pc:sldMk cId="908803755" sldId="504"/>
            <ac:picMk id="8" creationId="{C63490D5-DEBC-06C8-AA44-9613A9537C02}"/>
          </ac:picMkLst>
        </pc:picChg>
        <pc:picChg chg="add mod">
          <ac:chgData name="Ignacio Hector Caviglia" userId="3fee0988-6c20-4138-8d44-544a5098d377" providerId="ADAL" clId="{E38CA375-B9F8-479D-9119-80579E771090}" dt="2026-10-22T08:16:42.607" v="2386" actId="1076"/>
          <ac:picMkLst>
            <pc:docMk/>
            <pc:sldMk cId="908803755" sldId="504"/>
            <ac:picMk id="10" creationId="{39A455B1-8E9E-60AE-43B9-87833DB75D37}"/>
          </ac:picMkLst>
        </pc:picChg>
      </pc:sldChg>
      <pc:sldChg chg="modSp mod">
        <pc:chgData name="Ignacio Hector Caviglia" userId="3fee0988-6c20-4138-8d44-544a5098d377" providerId="ADAL" clId="{E38CA375-B9F8-479D-9119-80579E771090}" dt="2026-10-22T08:11:24.284" v="2279" actId="20577"/>
        <pc:sldMkLst>
          <pc:docMk/>
          <pc:sldMk cId="1652244138" sldId="505"/>
        </pc:sldMkLst>
        <pc:spChg chg="mod">
          <ac:chgData name="Ignacio Hector Caviglia" userId="3fee0988-6c20-4138-8d44-544a5098d377" providerId="ADAL" clId="{E38CA375-B9F8-479D-9119-80579E771090}" dt="2026-10-22T08:11:24.284" v="2279" actId="20577"/>
          <ac:spMkLst>
            <pc:docMk/>
            <pc:sldMk cId="1652244138" sldId="505"/>
            <ac:spMk id="12" creationId="{94C1F8A3-0DA4-549E-A429-E68E6E56967D}"/>
          </ac:spMkLst>
        </pc:spChg>
      </pc:sldChg>
      <pc:sldChg chg="addSp modSp mod">
        <pc:chgData name="Ignacio Hector Caviglia" userId="3fee0988-6c20-4138-8d44-544a5098d377" providerId="ADAL" clId="{E38CA375-B9F8-479D-9119-80579E771090}" dt="2026-10-19T07:41:00.521" v="2272" actId="20577"/>
        <pc:sldMkLst>
          <pc:docMk/>
          <pc:sldMk cId="1347308029" sldId="506"/>
        </pc:sldMkLst>
        <pc:spChg chg="add mod">
          <ac:chgData name="Ignacio Hector Caviglia" userId="3fee0988-6c20-4138-8d44-544a5098d377" providerId="ADAL" clId="{E38CA375-B9F8-479D-9119-80579E771090}" dt="2026-10-19T07:41:00.521" v="2272" actId="20577"/>
          <ac:spMkLst>
            <pc:docMk/>
            <pc:sldMk cId="1347308029" sldId="506"/>
            <ac:spMk id="3" creationId="{E359039D-58FB-90CE-8ED3-A9440DBEA3EB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2"/>
          <ac:spMkLst>
            <pc:docMk/>
            <pc:sldMk cId="1347308029" sldId="506"/>
            <ac:spMk id="4" creationId="{AC039CF2-45DE-5432-1414-79802D7E850C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4"/>
          <ac:spMkLst>
            <pc:docMk/>
            <pc:sldMk cId="1347308029" sldId="506"/>
            <ac:spMk id="5" creationId="{6EFE0B0B-AAB4-C020-BDFB-8F6380B68AE9}"/>
          </ac:spMkLst>
        </pc:spChg>
        <pc:spChg chg="mod">
          <ac:chgData name="Ignacio Hector Caviglia" userId="3fee0988-6c20-4138-8d44-544a5098d377" providerId="ADAL" clId="{E38CA375-B9F8-479D-9119-80579E771090}" dt="2026-10-18T17:32:21.376" v="1180"/>
          <ac:spMkLst>
            <pc:docMk/>
            <pc:sldMk cId="1347308029" sldId="506"/>
            <ac:spMk id="16" creationId="{47488D8A-FD9D-A3E2-0B4D-4ED61146D259}"/>
          </ac:spMkLst>
        </pc:spChg>
        <pc:spChg chg="mod ord">
          <ac:chgData name="Ignacio Hector Caviglia" userId="3fee0988-6c20-4138-8d44-544a5098d377" providerId="ADAL" clId="{E38CA375-B9F8-479D-9119-80579E771090}" dt="2026-10-18T17:32:21.382" v="1187"/>
          <ac:spMkLst>
            <pc:docMk/>
            <pc:sldMk cId="1347308029" sldId="506"/>
            <ac:spMk id="23" creationId="{82C78FE6-A666-B414-4483-5F9564CA3C0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7:32:21.382" v="1189"/>
          <ac:graphicFrameMkLst>
            <pc:docMk/>
            <pc:sldMk cId="1347308029" sldId="506"/>
            <ac:graphicFrameMk id="2" creationId="{653747DB-500C-F72B-C6D9-04CDF4DED381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39:34.196" v="1454" actId="1036"/>
          <ac:picMkLst>
            <pc:docMk/>
            <pc:sldMk cId="1347308029" sldId="506"/>
            <ac:picMk id="22" creationId="{41B0FF26-B205-9AAD-A80E-C8C015796896}"/>
          </ac:picMkLst>
        </pc:picChg>
      </pc:sldChg>
      <pc:sldChg chg="addSp modSp mod">
        <pc:chgData name="Ignacio Hector Caviglia" userId="3fee0988-6c20-4138-8d44-544a5098d377" providerId="ADAL" clId="{E38CA375-B9F8-479D-9119-80579E771090}" dt="2026-10-18T17:42:05.384" v="1496"/>
        <pc:sldMkLst>
          <pc:docMk/>
          <pc:sldMk cId="72060593" sldId="507"/>
        </pc:sldMkLst>
        <pc:spChg chg="mod">
          <ac:chgData name="Ignacio Hector Caviglia" userId="3fee0988-6c20-4138-8d44-544a5098d377" providerId="ADAL" clId="{E38CA375-B9F8-479D-9119-80579E771090}" dt="2026-10-18T17:42:05.384" v="1496"/>
          <ac:spMkLst>
            <pc:docMk/>
            <pc:sldMk cId="72060593" sldId="507"/>
            <ac:spMk id="2" creationId="{0406AECF-746F-7297-C12C-524ED3F3B13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30.587" v="254"/>
          <ac:graphicFrameMkLst>
            <pc:docMk/>
            <pc:sldMk cId="72060593" sldId="507"/>
            <ac:graphicFrameMk id="3" creationId="{1553FD90-D78D-4B37-E40D-F1DE3402582E}"/>
          </ac:graphicFrameMkLst>
        </pc:graphicFrameChg>
      </pc:sldChg>
      <pc:sldChg chg="addSp modSp mod ord">
        <pc:chgData name="Ignacio Hector Caviglia" userId="3fee0988-6c20-4138-8d44-544a5098d377" providerId="ADAL" clId="{E38CA375-B9F8-479D-9119-80579E771090}" dt="2026-10-18T17:42:42.664" v="1498" actId="1076"/>
        <pc:sldMkLst>
          <pc:docMk/>
          <pc:sldMk cId="2945351217" sldId="508"/>
        </pc:sldMkLst>
        <pc:spChg chg="mod">
          <ac:chgData name="Ignacio Hector Caviglia" userId="3fee0988-6c20-4138-8d44-544a5098d377" providerId="ADAL" clId="{E38CA375-B9F8-479D-9119-80579E771090}" dt="2026-10-18T17:41:55.787" v="1474"/>
          <ac:spMkLst>
            <pc:docMk/>
            <pc:sldMk cId="2945351217" sldId="508"/>
            <ac:spMk id="2" creationId="{B3C86370-FB49-9955-657E-44133835ED8C}"/>
          </ac:spMkLst>
        </pc:spChg>
        <pc:spChg chg="mod ord">
          <ac:chgData name="Ignacio Hector Caviglia" userId="3fee0988-6c20-4138-8d44-544a5098d377" providerId="ADAL" clId="{E38CA375-B9F8-479D-9119-80579E771090}" dt="2026-10-18T16:14:53.176" v="288"/>
          <ac:spMkLst>
            <pc:docMk/>
            <pc:sldMk cId="2945351217" sldId="508"/>
            <ac:spMk id="4" creationId="{D33133D0-575F-87D0-6120-C35AACAAA23A}"/>
          </ac:spMkLst>
        </pc:spChg>
        <pc:spChg chg="mod ord">
          <ac:chgData name="Ignacio Hector Caviglia" userId="3fee0988-6c20-4138-8d44-544a5098d377" providerId="ADAL" clId="{E38CA375-B9F8-479D-9119-80579E771090}" dt="2026-10-18T16:14:53.176" v="290"/>
          <ac:spMkLst>
            <pc:docMk/>
            <pc:sldMk cId="2945351217" sldId="508"/>
            <ac:spMk id="5" creationId="{19A55D8A-A323-FAE3-DE97-309753485243}"/>
          </ac:spMkLst>
        </pc:spChg>
        <pc:spChg chg="mod ord">
          <ac:chgData name="Ignacio Hector Caviglia" userId="3fee0988-6c20-4138-8d44-544a5098d377" providerId="ADAL" clId="{E38CA375-B9F8-479D-9119-80579E771090}" dt="2026-10-18T16:14:53.176" v="292"/>
          <ac:spMkLst>
            <pc:docMk/>
            <pc:sldMk cId="2945351217" sldId="508"/>
            <ac:spMk id="6" creationId="{603D0CAB-C913-5A94-5886-FB2E29391F8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53.190" v="296"/>
          <ac:graphicFrameMkLst>
            <pc:docMk/>
            <pc:sldMk cId="2945351217" sldId="508"/>
            <ac:graphicFrameMk id="3" creationId="{6602404A-5445-2E73-65E2-07904BD893CC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42:42.664" v="1498" actId="1076"/>
          <ac:picMkLst>
            <pc:docMk/>
            <pc:sldMk cId="2945351217" sldId="508"/>
            <ac:picMk id="7" creationId="{8CDD283D-C942-594E-9CE2-628C0D0CA760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7:18:18.400" v="979"/>
        <pc:sldMkLst>
          <pc:docMk/>
          <pc:sldMk cId="2297778596" sldId="510"/>
        </pc:sldMkLst>
        <pc:spChg chg="mod">
          <ac:chgData name="Ignacio Hector Caviglia" userId="3fee0988-6c20-4138-8d44-544a5098d377" providerId="ADAL" clId="{E38CA375-B9F8-479D-9119-80579E771090}" dt="2026-10-18T17:18:18.400" v="979"/>
          <ac:spMkLst>
            <pc:docMk/>
            <pc:sldMk cId="2297778596" sldId="510"/>
            <ac:spMk id="2" creationId="{3F612DB9-1130-E7CC-D701-F046DB80E46E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7:12.502" v="153"/>
          <ac:graphicFrameMkLst>
            <pc:docMk/>
            <pc:sldMk cId="2297778596" sldId="510"/>
            <ac:graphicFrameMk id="3" creationId="{7DF50539-128F-0CB4-5E53-944B2775D1B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07T13:01:02.403" v="2"/>
          <ac:picMkLst>
            <pc:docMk/>
            <pc:sldMk cId="2297778596" sldId="510"/>
            <ac:picMk id="8" creationId="{073620BD-50F9-AD62-F4BF-01DE69CD413E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6:12:20.528" v="231" actId="1076"/>
        <pc:sldMkLst>
          <pc:docMk/>
          <pc:sldMk cId="4060568216" sldId="511"/>
        </pc:sldMkLst>
        <pc:spChg chg="mod">
          <ac:chgData name="Ignacio Hector Caviglia" userId="3fee0988-6c20-4138-8d44-544a5098d377" providerId="ADAL" clId="{E38CA375-B9F8-479D-9119-80579E771090}" dt="2026-10-18T15:24:07.356" v="54"/>
          <ac:spMkLst>
            <pc:docMk/>
            <pc:sldMk cId="4060568216" sldId="511"/>
            <ac:spMk id="2" creationId="{150319D6-C188-9408-5641-BEDFBB989DEE}"/>
          </ac:spMkLst>
        </pc:spChg>
        <pc:spChg chg="mod">
          <ac:chgData name="Ignacio Hector Caviglia" userId="3fee0988-6c20-4138-8d44-544a5098d377" providerId="ADAL" clId="{E38CA375-B9F8-479D-9119-80579E771090}" dt="2026-10-18T16:11:26.817" v="224" actId="14100"/>
          <ac:spMkLst>
            <pc:docMk/>
            <pc:sldMk cId="4060568216" sldId="511"/>
            <ac:spMk id="3" creationId="{63D4CAD9-674C-AB63-DAE6-2DACC5C298CB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24:02.502" v="29"/>
          <ac:graphicFrameMkLst>
            <pc:docMk/>
            <pc:sldMk cId="4060568216" sldId="511"/>
            <ac:graphicFrameMk id="7" creationId="{06B9FCE2-F651-8C7C-624E-1753F7AAD674}"/>
          </ac:graphicFrameMkLst>
        </pc:graphicFrameChg>
        <pc:graphicFrameChg chg="add mod modGraphic">
          <ac:chgData name="Ignacio Hector Caviglia" userId="3fee0988-6c20-4138-8d44-544a5098d377" providerId="ADAL" clId="{E38CA375-B9F8-479D-9119-80579E771090}" dt="2026-10-18T15:44:34.476" v="105" actId="207"/>
          <ac:graphicFrameMkLst>
            <pc:docMk/>
            <pc:sldMk cId="4060568216" sldId="511"/>
            <ac:graphicFrameMk id="19" creationId="{547ABE4C-9CC1-73AE-53C8-A9545D630729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6:12:20.528" v="231" actId="1076"/>
          <ac:picMkLst>
            <pc:docMk/>
            <pc:sldMk cId="4060568216" sldId="511"/>
            <ac:picMk id="21" creationId="{BB915CE0-19D3-0C68-3859-08FD46199C7B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19T07:21:28.334" v="1978" actId="14100"/>
        <pc:sldMkLst>
          <pc:docMk/>
          <pc:sldMk cId="2168795808" sldId="512"/>
        </pc:sldMkLst>
        <pc:spChg chg="mod">
          <ac:chgData name="Ignacio Hector Caviglia" userId="3fee0988-6c20-4138-8d44-544a5098d377" providerId="ADAL" clId="{E38CA375-B9F8-479D-9119-80579E771090}" dt="2026-10-18T15:59:08.969" v="207"/>
          <ac:spMkLst>
            <pc:docMk/>
            <pc:sldMk cId="2168795808" sldId="512"/>
            <ac:spMk id="2" creationId="{4E6AA1EE-EFFC-8F39-F3F9-7790DCA04003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4" creationId="{C29F069A-9835-1645-70ED-E6A04A837AC1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6" creationId="{F1134A61-2539-AE9E-5B4C-53EE23B9C28B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8" creationId="{AF8E8E44-8D01-1438-5B68-29FDEFA8243F}"/>
          </ac:spMkLst>
        </pc:spChg>
        <pc:spChg chg="add mod">
          <ac:chgData name="Ignacio Hector Caviglia" userId="3fee0988-6c20-4138-8d44-544a5098d377" providerId="ADAL" clId="{E38CA375-B9F8-479D-9119-80579E771090}" dt="2026-10-19T07:21:28.334" v="1978" actId="14100"/>
          <ac:spMkLst>
            <pc:docMk/>
            <pc:sldMk cId="2168795808" sldId="512"/>
            <ac:spMk id="20" creationId="{BF093C9D-A71F-D78F-8072-771C702B1A7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9:07.389" v="198"/>
          <ac:graphicFrameMkLst>
            <pc:docMk/>
            <pc:sldMk cId="2168795808" sldId="512"/>
            <ac:graphicFrameMk id="19" creationId="{B37C0049-C0D8-AF08-A5E5-F1CBFAAE6F91}"/>
          </ac:graphicFrameMkLst>
        </pc:graphicFrameChg>
        <pc:picChg chg="add mod modCrop">
          <ac:chgData name="Ignacio Hector Caviglia" userId="3fee0988-6c20-4138-8d44-544a5098d377" providerId="ADAL" clId="{E38CA375-B9F8-479D-9119-80579E771090}" dt="2026-10-19T07:20:52.404" v="1965" actId="732"/>
          <ac:picMkLst>
            <pc:docMk/>
            <pc:sldMk cId="2168795808" sldId="512"/>
            <ac:picMk id="8" creationId="{82C8DF95-B1AE-A1AF-6DB0-AB2FCD114C52}"/>
          </ac:picMkLst>
        </pc:picChg>
        <pc:picChg chg="add mod modCrop">
          <ac:chgData name="Ignacio Hector Caviglia" userId="3fee0988-6c20-4138-8d44-544a5098d377" providerId="ADAL" clId="{E38CA375-B9F8-479D-9119-80579E771090}" dt="2026-10-19T07:20:44.103" v="1964" actId="732"/>
          <ac:picMkLst>
            <pc:docMk/>
            <pc:sldMk cId="2168795808" sldId="512"/>
            <ac:picMk id="10" creationId="{6B784730-F3F9-1EEA-8C2C-A86D4618BA2D}"/>
          </ac:picMkLst>
        </pc:picChg>
        <pc:picChg chg="add mod modCrop">
          <ac:chgData name="Ignacio Hector Caviglia" userId="3fee0988-6c20-4138-8d44-544a5098d377" providerId="ADAL" clId="{E38CA375-B9F8-479D-9119-80579E771090}" dt="2026-10-19T07:20:38.023" v="1963" actId="732"/>
          <ac:picMkLst>
            <pc:docMk/>
            <pc:sldMk cId="2168795808" sldId="512"/>
            <ac:picMk id="12" creationId="{A7C393EA-7D89-7072-BB67-2C8A5120349F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9T07:41:12.047" v="2273" actId="20577"/>
        <pc:sldMkLst>
          <pc:docMk/>
          <pc:sldMk cId="3341583003" sldId="513"/>
        </pc:sldMkLst>
        <pc:spChg chg="mod">
          <ac:chgData name="Ignacio Hector Caviglia" userId="3fee0988-6c20-4138-8d44-544a5098d377" providerId="ADAL" clId="{E38CA375-B9F8-479D-9119-80579E771090}" dt="2026-10-18T17:12:48.024" v="825"/>
          <ac:spMkLst>
            <pc:docMk/>
            <pc:sldMk cId="3341583003" sldId="513"/>
            <ac:spMk id="2" creationId="{ECD16A42-3C94-D6AA-DA74-2EC1CC1EA2FC}"/>
          </ac:spMkLst>
        </pc:spChg>
        <pc:spChg chg="mod">
          <ac:chgData name="Ignacio Hector Caviglia" userId="3fee0988-6c20-4138-8d44-544a5098d377" providerId="ADAL" clId="{E38CA375-B9F8-479D-9119-80579E771090}" dt="2026-10-18T17:09:32.807" v="751" actId="20577"/>
          <ac:spMkLst>
            <pc:docMk/>
            <pc:sldMk cId="3341583003" sldId="513"/>
            <ac:spMk id="3" creationId="{F564FFBC-1746-623E-4225-D031BAA4823A}"/>
          </ac:spMkLst>
        </pc:spChg>
        <pc:spChg chg="add mod">
          <ac:chgData name="Ignacio Hector Caviglia" userId="3fee0988-6c20-4138-8d44-544a5098d377" providerId="ADAL" clId="{E38CA375-B9F8-479D-9119-80579E771090}" dt="2026-10-19T07:41:12.047" v="2273" actId="20577"/>
          <ac:spMkLst>
            <pc:docMk/>
            <pc:sldMk cId="3341583003" sldId="513"/>
            <ac:spMk id="14" creationId="{6401C504-F43D-136F-400D-030562089AB4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25:42.181" v="383"/>
          <ac:graphicFrameMkLst>
            <pc:docMk/>
            <pc:sldMk cId="3341583003" sldId="513"/>
            <ac:graphicFrameMk id="7" creationId="{FA0769AC-D3E3-CCCB-07FB-72EECD4CDA5A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7:12:15.836" v="808" actId="1440"/>
          <ac:picMkLst>
            <pc:docMk/>
            <pc:sldMk cId="3341583003" sldId="513"/>
            <ac:picMk id="11" creationId="{A11F28BF-46FA-2352-9B22-57C29814E4C8}"/>
          </ac:picMkLst>
        </pc:picChg>
      </pc:sldChg>
      <pc:sldChg chg="addSp modSp new mod">
        <pc:chgData name="Ignacio Hector Caviglia" userId="3fee0988-6c20-4138-8d44-544a5098d377" providerId="ADAL" clId="{E38CA375-B9F8-479D-9119-80579E771090}" dt="2026-10-19T07:38:25.309" v="2201" actId="20577"/>
        <pc:sldMkLst>
          <pc:docMk/>
          <pc:sldMk cId="149995564" sldId="514"/>
        </pc:sldMkLst>
        <pc:spChg chg="mod">
          <ac:chgData name="Ignacio Hector Caviglia" userId="3fee0988-6c20-4138-8d44-544a5098d377" providerId="ADAL" clId="{E38CA375-B9F8-479D-9119-80579E771090}" dt="2026-10-18T17:46:13.438" v="1509"/>
          <ac:spMkLst>
            <pc:docMk/>
            <pc:sldMk cId="149995564" sldId="514"/>
            <ac:spMk id="2" creationId="{1022E0B2-B60C-962B-EF18-8F156F63ADA4}"/>
          </ac:spMkLst>
        </pc:spChg>
        <pc:spChg chg="mod">
          <ac:chgData name="Ignacio Hector Caviglia" userId="3fee0988-6c20-4138-8d44-544a5098d377" providerId="ADAL" clId="{E38CA375-B9F8-479D-9119-80579E771090}" dt="2026-10-19T07:38:25.309" v="2201" actId="20577"/>
          <ac:spMkLst>
            <pc:docMk/>
            <pc:sldMk cId="149995564" sldId="514"/>
            <ac:spMk id="3" creationId="{67287634-C613-8860-582C-505D100D3665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5:57.002" v="341"/>
          <ac:graphicFrameMkLst>
            <pc:docMk/>
            <pc:sldMk cId="149995564" sldId="514"/>
            <ac:graphicFrameMk id="7" creationId="{75FE5DEB-5F9E-55A7-1DBF-3A1137B6B480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19T07:40:29.969" v="2234"/>
        <pc:sldMkLst>
          <pc:docMk/>
          <pc:sldMk cId="301616206" sldId="515"/>
        </pc:sldMkLst>
        <pc:spChg chg="mod">
          <ac:chgData name="Ignacio Hector Caviglia" userId="3fee0988-6c20-4138-8d44-544a5098d377" providerId="ADAL" clId="{E38CA375-B9F8-479D-9119-80579E771090}" dt="2026-10-19T07:38:54.494" v="2215"/>
          <ac:spMkLst>
            <pc:docMk/>
            <pc:sldMk cId="301616206" sldId="515"/>
            <ac:spMk id="2" creationId="{013F1D38-0D11-5406-CF6B-C350C80B0826}"/>
          </ac:spMkLst>
        </pc:spChg>
        <pc:spChg chg="mod">
          <ac:chgData name="Ignacio Hector Caviglia" userId="3fee0988-6c20-4138-8d44-544a5098d377" providerId="ADAL" clId="{E38CA375-B9F8-479D-9119-80579E771090}" dt="2026-10-19T07:40:29.969" v="2234"/>
          <ac:spMkLst>
            <pc:docMk/>
            <pc:sldMk cId="301616206" sldId="515"/>
            <ac:spMk id="3" creationId="{1A5CB18A-180F-1942-A33E-7E3FBDB27DF7}"/>
          </ac:spMkLst>
        </pc:spChg>
        <pc:graphicFrameChg chg="add mod ord modVis">
          <ac:chgData name="Ignacio Hector Caviglia" userId="3fee0988-6c20-4138-8d44-544a5098d377" providerId="ADAL" clId="{E38CA375-B9F8-479D-9119-80579E771090}" dt="2026-10-19T07:38:54.549" v="2229"/>
          <ac:graphicFrameMkLst>
            <pc:docMk/>
            <pc:sldMk cId="301616206" sldId="515"/>
            <ac:graphicFrameMk id="7" creationId="{F58F33AF-BEEA-F98B-7DFF-444F19EB0EE6}"/>
          </ac:graphicFrameMkLst>
        </pc:graphicFrameChg>
      </pc:sldChg>
      <pc:sldChg chg="addSp delSp modSp new mod">
        <pc:chgData name="Ignacio Hector Caviglia" userId="3fee0988-6c20-4138-8d44-544a5098d377" providerId="ADAL" clId="{E38CA375-B9F8-479D-9119-80579E771090}" dt="2026-10-22T11:38:13.059" v="4282"/>
        <pc:sldMkLst>
          <pc:docMk/>
          <pc:sldMk cId="2886696230" sldId="516"/>
        </pc:sldMkLst>
        <pc:spChg chg="mod">
          <ac:chgData name="Ignacio Hector Caviglia" userId="3fee0988-6c20-4138-8d44-544a5098d377" providerId="ADAL" clId="{E38CA375-B9F8-479D-9119-80579E771090}" dt="2026-10-22T11:38:13.059" v="4282"/>
          <ac:spMkLst>
            <pc:docMk/>
            <pc:sldMk cId="2886696230" sldId="516"/>
            <ac:spMk id="2" creationId="{3D80C6AB-63C7-ECDF-0D6B-DB3BED768016}"/>
          </ac:spMkLst>
        </pc:spChg>
        <pc:spChg chg="del">
          <ac:chgData name="Ignacio Hector Caviglia" userId="3fee0988-6c20-4138-8d44-544a5098d377" providerId="ADAL" clId="{E38CA375-B9F8-479D-9119-80579E771090}" dt="2026-10-22T08:11:59.811" v="2282"/>
          <ac:spMkLst>
            <pc:docMk/>
            <pc:sldMk cId="2886696230" sldId="516"/>
            <ac:spMk id="3" creationId="{BE7402DA-AF41-5DE3-3226-32E3AEF26610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2:26.899" v="2304"/>
          <ac:graphicFrameMkLst>
            <pc:docMk/>
            <pc:sldMk cId="2886696230" sldId="516"/>
            <ac:graphicFrameMk id="9" creationId="{DA3F50FE-23B5-52CD-52D3-2B24B777AE93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9:14:52.708" v="3410" actId="1076"/>
          <ac:picMkLst>
            <pc:docMk/>
            <pc:sldMk cId="2886696230" sldId="516"/>
            <ac:picMk id="8" creationId="{36F55793-D44A-F2A5-1F8B-946A8CC28805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22T11:38:20.980" v="4290"/>
        <pc:sldMkLst>
          <pc:docMk/>
          <pc:sldMk cId="657052005" sldId="517"/>
        </pc:sldMkLst>
        <pc:spChg chg="mod">
          <ac:chgData name="Ignacio Hector Caviglia" userId="3fee0988-6c20-4138-8d44-544a5098d377" providerId="ADAL" clId="{E38CA375-B9F8-479D-9119-80579E771090}" dt="2026-10-22T11:38:20.980" v="4290"/>
          <ac:spMkLst>
            <pc:docMk/>
            <pc:sldMk cId="657052005" sldId="517"/>
            <ac:spMk id="2" creationId="{8DAFE1F1-F064-AC17-F140-53EAF666579E}"/>
          </ac:spMkLst>
        </pc:spChg>
        <pc:spChg chg="del">
          <ac:chgData name="Ignacio Hector Caviglia" userId="3fee0988-6c20-4138-8d44-544a5098d377" providerId="ADAL" clId="{E38CA375-B9F8-479D-9119-80579E771090}" dt="2026-10-22T08:12:06.046" v="2285"/>
          <ac:spMkLst>
            <pc:docMk/>
            <pc:sldMk cId="657052005" sldId="517"/>
            <ac:spMk id="3" creationId="{193F1E15-E544-DFC6-7EBB-C1D8FE2E62E5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2:34.554" v="2337"/>
          <ac:graphicFrameMkLst>
            <pc:docMk/>
            <pc:sldMk cId="657052005" sldId="517"/>
            <ac:graphicFrameMk id="9" creationId="{5D0C5112-CC9A-0478-5A5D-6C95EC637E83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8:12:06.046" v="2285"/>
          <ac:picMkLst>
            <pc:docMk/>
            <pc:sldMk cId="657052005" sldId="517"/>
            <ac:picMk id="8" creationId="{EC3D6BC7-5935-30C2-043D-A5A729001FAC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22T11:37:55.416" v="4272"/>
        <pc:sldMkLst>
          <pc:docMk/>
          <pc:sldMk cId="4203270287" sldId="518"/>
        </pc:sldMkLst>
        <pc:spChg chg="mod">
          <ac:chgData name="Ignacio Hector Caviglia" userId="3fee0988-6c20-4138-8d44-544a5098d377" providerId="ADAL" clId="{E38CA375-B9F8-479D-9119-80579E771090}" dt="2026-10-22T11:37:55.416" v="4272"/>
          <ac:spMkLst>
            <pc:docMk/>
            <pc:sldMk cId="4203270287" sldId="518"/>
            <ac:spMk id="2" creationId="{B8F52BE4-0C71-109E-03A7-5B3B4B460F7A}"/>
          </ac:spMkLst>
        </pc:spChg>
        <pc:spChg chg="del">
          <ac:chgData name="Ignacio Hector Caviglia" userId="3fee0988-6c20-4138-8d44-544a5098d377" providerId="ADAL" clId="{E38CA375-B9F8-479D-9119-80579E771090}" dt="2026-10-22T08:17:14.635" v="2393"/>
          <ac:spMkLst>
            <pc:docMk/>
            <pc:sldMk cId="4203270287" sldId="518"/>
            <ac:spMk id="3" creationId="{BB45848D-9C38-10F8-0F65-55B1AE909F8B}"/>
          </ac:spMkLst>
        </pc:spChg>
        <pc:spChg chg="add mod">
          <ac:chgData name="Ignacio Hector Caviglia" userId="3fee0988-6c20-4138-8d44-544a5098d377" providerId="ADAL" clId="{E38CA375-B9F8-479D-9119-80579E771090}" dt="2026-10-22T11:27:24.967" v="4206" actId="20577"/>
          <ac:spMkLst>
            <pc:docMk/>
            <pc:sldMk cId="4203270287" sldId="518"/>
            <ac:spMk id="15" creationId="{628D61E5-BA27-D5D2-F35A-F61C11EACEB2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7:47.004" v="2480"/>
          <ac:graphicFrameMkLst>
            <pc:docMk/>
            <pc:sldMk cId="4203270287" sldId="518"/>
            <ac:graphicFrameMk id="9" creationId="{21195584-566F-BA84-11CE-EAA2774F5172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9:00:31.253" v="3305" actId="14100"/>
          <ac:picMkLst>
            <pc:docMk/>
            <pc:sldMk cId="4203270287" sldId="518"/>
            <ac:picMk id="8" creationId="{56615E56-E680-D1CC-13ED-178CFEA38156}"/>
          </ac:picMkLst>
        </pc:picChg>
        <pc:cxnChg chg="add del mod">
          <ac:chgData name="Ignacio Hector Caviglia" userId="3fee0988-6c20-4138-8d44-544a5098d377" providerId="ADAL" clId="{E38CA375-B9F8-479D-9119-80579E771090}" dt="2026-10-22T11:27:25.273" v="4207" actId="478"/>
          <ac:cxnSpMkLst>
            <pc:docMk/>
            <pc:sldMk cId="4203270287" sldId="518"/>
            <ac:cxnSpMk id="11" creationId="{B614B78C-6604-D735-5D27-A800059C031E}"/>
          </ac:cxnSpMkLst>
        </pc:cxnChg>
        <pc:cxnChg chg="add mod">
          <ac:chgData name="Ignacio Hector Caviglia" userId="3fee0988-6c20-4138-8d44-544a5098d377" providerId="ADAL" clId="{E38CA375-B9F8-479D-9119-80579E771090}" dt="2026-10-22T09:03:38.108" v="3401" actId="1036"/>
          <ac:cxnSpMkLst>
            <pc:docMk/>
            <pc:sldMk cId="4203270287" sldId="518"/>
            <ac:cxnSpMk id="12" creationId="{0D6D1C1C-029E-8C1A-5DC4-BD8FE3B1E865}"/>
          </ac:cxnSpMkLst>
        </pc:cxnChg>
      </pc:sldChg>
      <pc:sldChg chg="addSp delSp modSp add mod">
        <pc:chgData name="Ignacio Hector Caviglia" userId="3fee0988-6c20-4138-8d44-544a5098d377" providerId="ADAL" clId="{E38CA375-B9F8-479D-9119-80579E771090}" dt="2026-10-22T11:40:32.941" v="4438" actId="20577"/>
        <pc:sldMkLst>
          <pc:docMk/>
          <pc:sldMk cId="3023818134" sldId="519"/>
        </pc:sldMkLst>
        <pc:spChg chg="mod">
          <ac:chgData name="Ignacio Hector Caviglia" userId="3fee0988-6c20-4138-8d44-544a5098d377" providerId="ADAL" clId="{E38CA375-B9F8-479D-9119-80579E771090}" dt="2026-10-22T11:40:32.941" v="4438" actId="20577"/>
          <ac:spMkLst>
            <pc:docMk/>
            <pc:sldMk cId="3023818134" sldId="519"/>
            <ac:spMk id="2" creationId="{C978F5BD-7D77-3A8D-9F49-4CCE1EF5D86D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1"/>
          <ac:spMkLst>
            <pc:docMk/>
            <pc:sldMk cId="3023818134" sldId="519"/>
            <ac:spMk id="4" creationId="{52CFE4A2-A382-5334-3835-D1805D5D3A92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3"/>
          <ac:spMkLst>
            <pc:docMk/>
            <pc:sldMk cId="3023818134" sldId="519"/>
            <ac:spMk id="5" creationId="{4D640443-38BE-AFEC-CB0C-1EA2892A3E7E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5"/>
          <ac:spMkLst>
            <pc:docMk/>
            <pc:sldMk cId="3023818134" sldId="519"/>
            <ac:spMk id="7" creationId="{2B13C6CE-1906-B9F5-4476-787F29DED326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9" creationId="{CC2CC16F-682A-CF45-6CAF-17F544AF4535}"/>
          </ac:spMkLst>
        </pc:spChg>
        <pc:spChg chg="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1" creationId="{E56C39EE-5DBC-6E52-7411-C9F4FFB66F41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3" creationId="{C9F125D1-4AFA-2C54-A17C-A02D06213A44}"/>
          </ac:spMkLst>
        </pc:spChg>
        <pc:spChg chg="add mod ord">
          <ac:chgData name="Ignacio Hector Caviglia" userId="3fee0988-6c20-4138-8d44-544a5098d377" providerId="ADAL" clId="{E38CA375-B9F8-479D-9119-80579E771090}" dt="2026-10-22T08:51:15.761" v="3084" actId="1076"/>
          <ac:spMkLst>
            <pc:docMk/>
            <pc:sldMk cId="3023818134" sldId="519"/>
            <ac:spMk id="14" creationId="{2398C7A3-E9CC-89D1-30E3-11F45C3183D1}"/>
          </ac:spMkLst>
        </pc:spChg>
        <pc:spChg chg="add mod ord">
          <ac:chgData name="Ignacio Hector Caviglia" userId="3fee0988-6c20-4138-8d44-544a5098d377" providerId="ADAL" clId="{E38CA375-B9F8-479D-9119-80579E771090}" dt="2026-10-22T08:51:27.424" v="3086" actId="1076"/>
          <ac:spMkLst>
            <pc:docMk/>
            <pc:sldMk cId="3023818134" sldId="519"/>
            <ac:spMk id="15" creationId="{12190A65-1E60-0C4F-C5A9-BF0D535AA9D8}"/>
          </ac:spMkLst>
        </pc:spChg>
        <pc:spChg chg="add mod ord">
          <ac:chgData name="Ignacio Hector Caviglia" userId="3fee0988-6c20-4138-8d44-544a5098d377" providerId="ADAL" clId="{E38CA375-B9F8-479D-9119-80579E771090}" dt="2026-10-22T08:51:46.645" v="3090" actId="16959"/>
          <ac:spMkLst>
            <pc:docMk/>
            <pc:sldMk cId="3023818134" sldId="519"/>
            <ac:spMk id="16" creationId="{D72DF62F-768A-8C94-D160-518305133DC0}"/>
          </ac:spMkLst>
        </pc:spChg>
        <pc:graphicFrameChg chg="mod">
          <ac:chgData name="Ignacio Hector Caviglia" userId="3fee0988-6c20-4138-8d44-544a5098d377" providerId="ADAL" clId="{E38CA375-B9F8-479D-9119-80579E771090}" dt="2026-10-22T08:29:22.547" v="2802"/>
          <ac:graphicFrameMkLst>
            <pc:docMk/>
            <pc:sldMk cId="3023818134" sldId="519"/>
            <ac:graphicFrameMk id="12" creationId="{1DAD2B0D-FFBA-3DBC-1040-3EC1D497BDB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3" creationId="{D7639592-E8A7-F72E-67C6-E88AA4BB77E2}"/>
          </ac:picMkLst>
        </pc:picChg>
        <pc:picChg chg="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8" creationId="{C61218CC-2858-4AA6-C655-EC2014993B8D}"/>
          </ac:picMkLst>
        </pc:picChg>
        <pc:picChg chg="mod or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10" creationId="{95E116B3-1E29-2545-371F-9FFDF6313C10}"/>
          </ac:picMkLst>
        </pc:picChg>
        <pc:picChg chg="add del mod">
          <ac:chgData name="Ignacio Hector Caviglia" userId="3fee0988-6c20-4138-8d44-544a5098d377" providerId="ADAL" clId="{E38CA375-B9F8-479D-9119-80579E771090}" dt="2026-10-22T08:31:58.213" v="2829" actId="478"/>
          <ac:picMkLst>
            <pc:docMk/>
            <pc:sldMk cId="3023818134" sldId="519"/>
            <ac:picMk id="17" creationId="{0FE5A07D-B316-E256-393E-94981F32C8C6}"/>
          </ac:picMkLst>
        </pc:picChg>
        <pc:cxnChg chg="add del mod">
          <ac:chgData name="Ignacio Hector Caviglia" userId="3fee0988-6c20-4138-8d44-544a5098d377" providerId="ADAL" clId="{E38CA375-B9F8-479D-9119-80579E771090}" dt="2026-10-22T08:31:18.477" v="2809" actId="478"/>
          <ac:cxnSpMkLst>
            <pc:docMk/>
            <pc:sldMk cId="3023818134" sldId="519"/>
            <ac:cxnSpMk id="19" creationId="{3FDFA594-CB1E-FBDD-F20D-ED56AC525375}"/>
          </ac:cxnSpMkLst>
        </pc:cxnChg>
        <pc:cxnChg chg="add del mod">
          <ac:chgData name="Ignacio Hector Caviglia" userId="3fee0988-6c20-4138-8d44-544a5098d377" providerId="ADAL" clId="{E38CA375-B9F8-479D-9119-80579E771090}" dt="2026-10-22T08:31:19.712" v="2810" actId="478"/>
          <ac:cxnSpMkLst>
            <pc:docMk/>
            <pc:sldMk cId="3023818134" sldId="519"/>
            <ac:cxnSpMk id="22" creationId="{7105D7DC-FC69-AA7A-2866-AF5B7B6080D6}"/>
          </ac:cxnSpMkLst>
        </pc:cxnChg>
      </pc:sldChg>
      <pc:sldChg chg="addSp delSp modSp new mod ord">
        <pc:chgData name="Ignacio Hector Caviglia" userId="3fee0988-6c20-4138-8d44-544a5098d377" providerId="ADAL" clId="{E38CA375-B9F8-479D-9119-80579E771090}" dt="2026-10-22T11:40:28.462" v="4437" actId="20577"/>
        <pc:sldMkLst>
          <pc:docMk/>
          <pc:sldMk cId="3023981031" sldId="520"/>
        </pc:sldMkLst>
        <pc:spChg chg="mod">
          <ac:chgData name="Ignacio Hector Caviglia" userId="3fee0988-6c20-4138-8d44-544a5098d377" providerId="ADAL" clId="{E38CA375-B9F8-479D-9119-80579E771090}" dt="2026-10-22T11:40:28.462" v="4437" actId="20577"/>
          <ac:spMkLst>
            <pc:docMk/>
            <pc:sldMk cId="3023981031" sldId="520"/>
            <ac:spMk id="2" creationId="{AC9673DE-B991-FC72-6F64-4B4806F45D24}"/>
          </ac:spMkLst>
        </pc:spChg>
        <pc:spChg chg="del">
          <ac:chgData name="Ignacio Hector Caviglia" userId="3fee0988-6c20-4138-8d44-544a5098d377" providerId="ADAL" clId="{E38CA375-B9F8-479D-9119-80579E771090}" dt="2026-10-22T08:44:32.842" v="2932" actId="478"/>
          <ac:spMkLst>
            <pc:docMk/>
            <pc:sldMk cId="3023981031" sldId="520"/>
            <ac:spMk id="3" creationId="{3567F677-7C3E-1E42-1DCF-C8568379603B}"/>
          </ac:spMkLst>
        </pc:spChg>
        <pc:spChg chg="add mod">
          <ac:chgData name="Ignacio Hector Caviglia" userId="3fee0988-6c20-4138-8d44-544a5098d377" providerId="ADAL" clId="{E38CA375-B9F8-479D-9119-80579E771090}" dt="2026-10-22T08:49:03.930" v="2988" actId="1076"/>
          <ac:spMkLst>
            <pc:docMk/>
            <pc:sldMk cId="3023981031" sldId="520"/>
            <ac:spMk id="10" creationId="{9BE4C481-E215-D5AB-306B-C6C9166DB944}"/>
          </ac:spMkLst>
        </pc:spChg>
        <pc:spChg chg="add mod">
          <ac:chgData name="Ignacio Hector Caviglia" userId="3fee0988-6c20-4138-8d44-544a5098d377" providerId="ADAL" clId="{E38CA375-B9F8-479D-9119-80579E771090}" dt="2026-10-22T08:49:10.867" v="2995" actId="20577"/>
          <ac:spMkLst>
            <pc:docMk/>
            <pc:sldMk cId="3023981031" sldId="520"/>
            <ac:spMk id="12" creationId="{4CB7D10E-EC15-CAD5-C286-E096FEF2AFAB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17.978" v="3463"/>
          <ac:graphicFrameMkLst>
            <pc:docMk/>
            <pc:sldMk cId="3023981031" sldId="520"/>
            <ac:graphicFrameMk id="3" creationId="{9BB92645-56CC-2CA6-A857-7556122C744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44:28.176" v="2931"/>
          <ac:picMkLst>
            <pc:docMk/>
            <pc:sldMk cId="3023981031" sldId="520"/>
            <ac:picMk id="7" creationId="{94109AC7-A10F-520B-ED8B-FC01DB31D483}"/>
          </ac:picMkLst>
        </pc:picChg>
        <pc:cxnChg chg="add mod">
          <ac:chgData name="Ignacio Hector Caviglia" userId="3fee0988-6c20-4138-8d44-544a5098d377" providerId="ADAL" clId="{E38CA375-B9F8-479D-9119-80579E771090}" dt="2026-10-22T08:48:06.368" v="2980" actId="14100"/>
          <ac:cxnSpMkLst>
            <pc:docMk/>
            <pc:sldMk cId="3023981031" sldId="520"/>
            <ac:cxnSpMk id="9" creationId="{0B230661-0DB4-0920-6F42-8C149A57FBF2}"/>
          </ac:cxnSpMkLst>
        </pc:cxnChg>
        <pc:cxnChg chg="add mod">
          <ac:chgData name="Ignacio Hector Caviglia" userId="3fee0988-6c20-4138-8d44-544a5098d377" providerId="ADAL" clId="{E38CA375-B9F8-479D-9119-80579E771090}" dt="2026-10-22T08:49:25.323" v="2996" actId="14100"/>
          <ac:cxnSpMkLst>
            <pc:docMk/>
            <pc:sldMk cId="3023981031" sldId="520"/>
            <ac:cxnSpMk id="11" creationId="{CCEAC154-6EAF-2093-FFE5-71480BC27F84}"/>
          </ac:cxnSpMkLst>
        </pc:cxnChg>
        <pc:cxnChg chg="add mod">
          <ac:chgData name="Ignacio Hector Caviglia" userId="3fee0988-6c20-4138-8d44-544a5098d377" providerId="ADAL" clId="{E38CA375-B9F8-479D-9119-80579E771090}" dt="2026-10-22T08:49:37.082" v="2997" actId="14100"/>
          <ac:cxnSpMkLst>
            <pc:docMk/>
            <pc:sldMk cId="3023981031" sldId="520"/>
            <ac:cxnSpMk id="16" creationId="{0D8BC45D-0985-DF02-9331-736DA1751BC4}"/>
          </ac:cxnSpMkLst>
        </pc:cxnChg>
      </pc:sldChg>
      <pc:sldChg chg="addSp modSp add del">
        <pc:chgData name="Ignacio Hector Caviglia" userId="3fee0988-6c20-4138-8d44-544a5098d377" providerId="ADAL" clId="{E38CA375-B9F8-479D-9119-80579E771090}" dt="2026-10-22T09:16:16.613" v="3436" actId="47"/>
        <pc:sldMkLst>
          <pc:docMk/>
          <pc:sldMk cId="2878377517" sldId="521"/>
        </pc:sldMkLst>
        <pc:picChg chg="add mod">
          <ac:chgData name="Ignacio Hector Caviglia" userId="3fee0988-6c20-4138-8d44-544a5098d377" providerId="ADAL" clId="{E38CA375-B9F8-479D-9119-80579E771090}" dt="2026-10-22T09:15:47.625" v="3435" actId="1076"/>
          <ac:picMkLst>
            <pc:docMk/>
            <pc:sldMk cId="2878377517" sldId="521"/>
            <ac:picMk id="3" creationId="{5E15BE96-498A-5ABF-2B1F-F18B1912FC4E}"/>
          </ac:picMkLst>
        </pc:picChg>
        <pc:picChg chg="mod">
          <ac:chgData name="Ignacio Hector Caviglia" userId="3fee0988-6c20-4138-8d44-544a5098d377" providerId="ADAL" clId="{E38CA375-B9F8-479D-9119-80579E771090}" dt="2026-10-22T09:15:47.625" v="3435" actId="1076"/>
          <ac:picMkLst>
            <pc:docMk/>
            <pc:sldMk cId="2878377517" sldId="521"/>
            <ac:picMk id="8" creationId="{1C30E26D-60F3-D242-45D9-BE5A97948ADE}"/>
          </ac:picMkLst>
        </pc:picChg>
      </pc:sldChg>
      <pc:sldChg chg="new del">
        <pc:chgData name="Ignacio Hector Caviglia" userId="3fee0988-6c20-4138-8d44-544a5098d377" providerId="ADAL" clId="{E38CA375-B9F8-479D-9119-80579E771090}" dt="2026-10-22T10:38:36.629" v="3490" actId="47"/>
        <pc:sldMkLst>
          <pc:docMk/>
          <pc:sldMk cId="3381939405" sldId="521"/>
        </pc:sldMkLst>
      </pc:sldChg>
      <pc:sldChg chg="addSp delSp modSp new mod ord">
        <pc:chgData name="Ignacio Hector Caviglia" userId="3fee0988-6c20-4138-8d44-544a5098d377" providerId="ADAL" clId="{E38CA375-B9F8-479D-9119-80579E771090}" dt="2026-10-22T11:20:39.694" v="4180" actId="113"/>
        <pc:sldMkLst>
          <pc:docMk/>
          <pc:sldMk cId="2179167034" sldId="522"/>
        </pc:sldMkLst>
        <pc:spChg chg="mod">
          <ac:chgData name="Ignacio Hector Caviglia" userId="3fee0988-6c20-4138-8d44-544a5098d377" providerId="ADAL" clId="{E38CA375-B9F8-479D-9119-80579E771090}" dt="2026-10-22T10:39:16.655" v="3553"/>
          <ac:spMkLst>
            <pc:docMk/>
            <pc:sldMk cId="2179167034" sldId="522"/>
            <ac:spMk id="2" creationId="{F95701C3-8402-9C9A-A7E6-4FE09AD39534}"/>
          </ac:spMkLst>
        </pc:spChg>
        <pc:spChg chg="mod">
          <ac:chgData name="Ignacio Hector Caviglia" userId="3fee0988-6c20-4138-8d44-544a5098d377" providerId="ADAL" clId="{E38CA375-B9F8-479D-9119-80579E771090}" dt="2026-10-22T11:20:39.694" v="4180" actId="113"/>
          <ac:spMkLst>
            <pc:docMk/>
            <pc:sldMk cId="2179167034" sldId="522"/>
            <ac:spMk id="3" creationId="{4F2A2241-E328-241A-44DE-C1BD72B3FFDC}"/>
          </ac:spMkLst>
        </pc:spChg>
        <pc:spChg chg="add mod">
          <ac:chgData name="Ignacio Hector Caviglia" userId="3fee0988-6c20-4138-8d44-544a5098d377" providerId="ADAL" clId="{E38CA375-B9F8-479D-9119-80579E771090}" dt="2026-10-22T10:56:52.347" v="3706" actId="1076"/>
          <ac:spMkLst>
            <pc:docMk/>
            <pc:sldMk cId="2179167034" sldId="522"/>
            <ac:spMk id="8" creationId="{3EF7B61D-50BC-98DC-44B0-E263308FC75F}"/>
          </ac:spMkLst>
        </pc:spChg>
        <pc:spChg chg="add mod">
          <ac:chgData name="Ignacio Hector Caviglia" userId="3fee0988-6c20-4138-8d44-544a5098d377" providerId="ADAL" clId="{E38CA375-B9F8-479D-9119-80579E771090}" dt="2026-10-22T11:08:31.930" v="3949" actId="255"/>
          <ac:spMkLst>
            <pc:docMk/>
            <pc:sldMk cId="2179167034" sldId="522"/>
            <ac:spMk id="9" creationId="{20A964B2-5DB0-34AA-8A0C-B0563ED9B875}"/>
          </ac:spMkLst>
        </pc:spChg>
        <pc:spChg chg="add mod">
          <ac:chgData name="Ignacio Hector Caviglia" userId="3fee0988-6c20-4138-8d44-544a5098d377" providerId="ADAL" clId="{E38CA375-B9F8-479D-9119-80579E771090}" dt="2026-10-22T11:08:38.322" v="3950" actId="14100"/>
          <ac:spMkLst>
            <pc:docMk/>
            <pc:sldMk cId="2179167034" sldId="522"/>
            <ac:spMk id="10" creationId="{D4E65909-245E-8C14-0997-F7B128594046}"/>
          </ac:spMkLst>
        </pc:spChg>
        <pc:spChg chg="add del mod">
          <ac:chgData name="Ignacio Hector Caviglia" userId="3fee0988-6c20-4138-8d44-544a5098d377" providerId="ADAL" clId="{E38CA375-B9F8-479D-9119-80579E771090}" dt="2026-10-22T10:58:21.920" v="3709" actId="478"/>
          <ac:spMkLst>
            <pc:docMk/>
            <pc:sldMk cId="2179167034" sldId="522"/>
            <ac:spMk id="11" creationId="{30BA4BB2-18C0-8446-7502-4F254E3C7688}"/>
          </ac:spMkLst>
        </pc:spChg>
        <pc:spChg chg="add mod">
          <ac:chgData name="Ignacio Hector Caviglia" userId="3fee0988-6c20-4138-8d44-544a5098d377" providerId="ADAL" clId="{E38CA375-B9F8-479D-9119-80579E771090}" dt="2026-10-22T11:20:04.676" v="4165" actId="20577"/>
          <ac:spMkLst>
            <pc:docMk/>
            <pc:sldMk cId="2179167034" sldId="522"/>
            <ac:spMk id="12" creationId="{13C19B09-F74E-105E-0E23-02E11075491B}"/>
          </ac:spMkLst>
        </pc:spChg>
        <pc:spChg chg="add mod">
          <ac:chgData name="Ignacio Hector Caviglia" userId="3fee0988-6c20-4138-8d44-544a5098d377" providerId="ADAL" clId="{E38CA375-B9F8-479D-9119-80579E771090}" dt="2026-10-22T11:19:45.353" v="4155" actId="1076"/>
          <ac:spMkLst>
            <pc:docMk/>
            <pc:sldMk cId="2179167034" sldId="522"/>
            <ac:spMk id="14" creationId="{614DCCD9-86A7-20B2-EED5-11598592A85D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42.063" v="3510"/>
          <ac:graphicFrameMkLst>
            <pc:docMk/>
            <pc:sldMk cId="2179167034" sldId="522"/>
            <ac:graphicFrameMk id="7" creationId="{74C3EEB1-AE57-70B8-6445-9933C8DC0AF2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8:45.142" v="4317"/>
        <pc:sldMkLst>
          <pc:docMk/>
          <pc:sldMk cId="327460808" sldId="523"/>
        </pc:sldMkLst>
        <pc:spChg chg="mod">
          <ac:chgData name="Ignacio Hector Caviglia" userId="3fee0988-6c20-4138-8d44-544a5098d377" providerId="ADAL" clId="{E38CA375-B9F8-479D-9119-80579E771090}" dt="2026-10-22T11:38:45.021" v="4303"/>
          <ac:spMkLst>
            <pc:docMk/>
            <pc:sldMk cId="327460808" sldId="523"/>
            <ac:spMk id="2" creationId="{D7173394-A03E-A3BF-B8B3-B48208692B94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8:45.142" v="4317"/>
          <ac:graphicFrameMkLst>
            <pc:docMk/>
            <pc:sldMk cId="327460808" sldId="523"/>
            <ac:graphicFrameMk id="7" creationId="{DC0C3746-5CF6-DBAC-2E54-E2685E1F15F8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9:24.518" v="4378"/>
        <pc:sldMkLst>
          <pc:docMk/>
          <pc:sldMk cId="4136492364" sldId="524"/>
        </pc:sldMkLst>
        <pc:spChg chg="mod">
          <ac:chgData name="Ignacio Hector Caviglia" userId="3fee0988-6c20-4138-8d44-544a5098d377" providerId="ADAL" clId="{E38CA375-B9F8-479D-9119-80579E771090}" dt="2026-10-22T11:39:24.518" v="4378"/>
          <ac:spMkLst>
            <pc:docMk/>
            <pc:sldMk cId="4136492364" sldId="524"/>
            <ac:spMk id="2" creationId="{CB234263-5363-B0CB-FFB2-9CD2DC4F8ADA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9:09.589" v="4353"/>
          <ac:graphicFrameMkLst>
            <pc:docMk/>
            <pc:sldMk cId="4136492364" sldId="524"/>
            <ac:graphicFrameMk id="7" creationId="{96ED2EFF-6792-6CDB-808C-A143BCBB7084}"/>
          </ac:graphicFrameMkLst>
        </pc:graphicFrameChg>
      </pc:sldChg>
      <pc:sldMasterChg chg="delSldLayout">
        <pc:chgData name="Ignacio Hector Caviglia" userId="3fee0988-6c20-4138-8d44-544a5098d377" providerId="ADAL" clId="{E38CA375-B9F8-479D-9119-80579E771090}" dt="2026-10-18T15:56:51.357" v="106" actId="47"/>
        <pc:sldMasterMkLst>
          <pc:docMk/>
          <pc:sldMasterMk cId="2454702602" sldId="2147483662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6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7E6E99-47FE-2308-91AC-209AB3E04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2.xml"/><Relationship Id="rId1" Type="http://schemas.openxmlformats.org/officeDocument/2006/relationships/customXml" Target="../../customXml/item11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8.gif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6" Type="http://schemas.openxmlformats.org/officeDocument/2006/relationships/image" Target="../media/image7.gif"/><Relationship Id="rId5" Type="http://schemas.openxmlformats.org/officeDocument/2006/relationships/image" Target="../media/image6.gif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5" Type="http://schemas.openxmlformats.org/officeDocument/2006/relationships/image" Target="../media/image12.svg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5" Type="http://schemas.openxmlformats.org/officeDocument/2006/relationships/image" Target="../media/image13.svg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doi.org/10.1002/we.1563" TargetMode="External"/><Relationship Id="rId4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8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oleObject" Target="../embeddings/oleObject12.bin"/><Relationship Id="rId7" Type="http://schemas.openxmlformats.org/officeDocument/2006/relationships/image" Target="../media/image1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15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6" Type="http://schemas.openxmlformats.org/officeDocument/2006/relationships/image" Target="../media/image140.png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oleObject" Target="../embeddings/oleObject14.bin"/><Relationship Id="rId7" Type="http://schemas.openxmlformats.org/officeDocument/2006/relationships/image" Target="../media/image2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10" Type="http://schemas.openxmlformats.org/officeDocument/2006/relationships/image" Target="../media/image22.png"/><Relationship Id="rId4" Type="http://schemas.openxmlformats.org/officeDocument/2006/relationships/image" Target="../media/image1.emf"/><Relationship Id="rId9" Type="http://schemas.openxmlformats.org/officeDocument/2006/relationships/image" Target="../media/image2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Relationship Id="rId5" Type="http://schemas.openxmlformats.org/officeDocument/2006/relationships/image" Target="../media/image20.png"/><Relationship Id="rId4" Type="http://schemas.openxmlformats.org/officeDocument/2006/relationships/image" Target="../media/image1.e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oleObject" Target="../embeddings/oleObject16.bin"/><Relationship Id="rId7" Type="http://schemas.openxmlformats.org/officeDocument/2006/relationships/image" Target="../media/image2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0301189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Héctor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6B9FCE2-F651-8C7C-624E-1753F7AAD67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45924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6B9FCE2-F651-8C7C-624E-1753F7AAD6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0319D6-C188-9408-5641-BEDFBB98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4CAD9-674C-AB63-DAE6-2DACC5C29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4726" y="1706328"/>
            <a:ext cx="6480720" cy="454557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IEC standard 61400-1 Ed. 4 </a:t>
            </a:r>
            <a:r>
              <a:rPr lang="en-US" dirty="0"/>
              <a:t>recommends two models for the wake added turbulence: </a:t>
            </a:r>
            <a:r>
              <a:rPr lang="en-US" b="1" dirty="0"/>
              <a:t>Sten Frandsen (SF) </a:t>
            </a:r>
            <a:r>
              <a:rPr lang="en-US" dirty="0"/>
              <a:t>and</a:t>
            </a:r>
            <a:r>
              <a:rPr lang="en-US" b="1" dirty="0"/>
              <a:t> Dynamic Wake Meandering (DWM)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General scientific agreement that </a:t>
            </a:r>
            <a:r>
              <a:rPr lang="en-US" b="1" dirty="0"/>
              <a:t>SF </a:t>
            </a:r>
            <a:r>
              <a:rPr lang="en-US" b="1" dirty="0">
                <a:solidFill>
                  <a:srgbClr val="FF0000"/>
                </a:solidFill>
              </a:rPr>
              <a:t>overpredicts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DWM </a:t>
            </a:r>
            <a:r>
              <a:rPr lang="en-US" b="1" dirty="0">
                <a:solidFill>
                  <a:schemeClr val="accent2"/>
                </a:solidFill>
              </a:rPr>
              <a:t>underpredicts</a:t>
            </a:r>
            <a:r>
              <a:rPr lang="en-US" dirty="0"/>
              <a:t> damage equivalent loads (DEL):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DC475-40A2-115E-B27D-EFC0DA5AAC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9F3E2-ADE3-F08B-6F67-C69BBC0B0B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E0C77DF-648F-8665-9C34-79A0E22F98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01C7F9-30B0-4FBC-A6B8-8308C5D46E4D}" type="datetime1">
              <a:rPr lang="en-US" smtClean="0"/>
              <a:t>10/22/2026</a:t>
            </a:fld>
            <a:endParaRPr lang="en-US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47ABE4C-9CC1-73AE-53C8-A9545D630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07475"/>
              </p:ext>
            </p:extLst>
          </p:nvPr>
        </p:nvGraphicFramePr>
        <p:xfrm>
          <a:off x="694606" y="3573016"/>
          <a:ext cx="11132466" cy="259554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63813">
                  <a:extLst>
                    <a:ext uri="{9D8B030D-6E8A-4147-A177-3AD203B41FA5}">
                      <a16:colId xmlns:a16="http://schemas.microsoft.com/office/drawing/2014/main" val="447450146"/>
                    </a:ext>
                  </a:extLst>
                </a:gridCol>
                <a:gridCol w="4157831">
                  <a:extLst>
                    <a:ext uri="{9D8B030D-6E8A-4147-A177-3AD203B41FA5}">
                      <a16:colId xmlns:a16="http://schemas.microsoft.com/office/drawing/2014/main" val="787903965"/>
                    </a:ext>
                  </a:extLst>
                </a:gridCol>
                <a:gridCol w="3710822">
                  <a:extLst>
                    <a:ext uri="{9D8B030D-6E8A-4147-A177-3AD203B41FA5}">
                      <a16:colId xmlns:a16="http://schemas.microsoft.com/office/drawing/2014/main" val="223513236"/>
                    </a:ext>
                  </a:extLst>
                </a:gridCol>
              </a:tblGrid>
              <a:tr h="370792"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Source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SF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DWM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2404647757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Steiner, et al. (2025) [1]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bot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75% lower </a:t>
                      </a:r>
                      <a:r>
                        <a:rPr lang="en-US" sz="1400" noProof="0" dirty="0"/>
                        <a:t>than LES + HAWC2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623665890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Bernard, et al. (2024) [2]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28%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35%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957335546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Reinwardt</a:t>
                      </a:r>
                      <a:r>
                        <a:rPr lang="en-US" sz="1400" noProof="0" dirty="0"/>
                        <a:t>, et al. (2021) [3]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10-40% higher</a:t>
                      </a:r>
                      <a:r>
                        <a:rPr lang="en-US" sz="1400" noProof="0" dirty="0"/>
                        <a:t> 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2-10%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721164362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(2017) [4]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20%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539712755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Andersen, et al. (2016) [5]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Effective TI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20-30% higher </a:t>
                      </a:r>
                      <a:r>
                        <a:rPr lang="en-US" sz="1400" noProof="0" dirty="0"/>
                        <a:t>than LES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284663124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(2013) [6]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15-20% lower </a:t>
                      </a:r>
                      <a:r>
                        <a:rPr lang="en-US" sz="1400" noProof="0" dirty="0"/>
                        <a:t>than measurements 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88303337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BB915CE0-19D3-0C68-3859-08FD46199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677" y="1135811"/>
            <a:ext cx="3164073" cy="22508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0568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hinkcell data - do not delete" hidden="1">
            <a:extLst>
              <a:ext uri="{FF2B5EF4-FFF2-40B4-BE49-F238E27FC236}">
                <a16:creationId xmlns:a16="http://schemas.microsoft.com/office/drawing/2014/main" id="{B37C0049-C0D8-AF08-A5E5-F1CBFAAE6F9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539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37C0049-C0D8-AF08-A5E5-F1CBFAAE6F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E6AA1EE-EFFC-8F39-F3F9-7790DCA04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1821B-A6CE-F6CD-5475-595FB6E6D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129FE-6AF0-E804-BD00-389D3FA3DB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51F4FC-68E6-47AD-C9D0-11B0446D834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A32A5FA-70CC-411E-93C0-21EE3B8C34BC}" type="datetime1">
              <a:rPr lang="en-US" smtClean="0"/>
              <a:t>10/22/2026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8DF95-B1AE-A1AF-6DB0-AB2FCD114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3" t="10711" r="23529"/>
          <a:stretch>
            <a:fillRect/>
          </a:stretch>
        </p:blipFill>
        <p:spPr>
          <a:xfrm>
            <a:off x="766614" y="2717904"/>
            <a:ext cx="3669930" cy="3500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784730-F3F9-1EEA-8C2C-A86D4618BA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t="10711" r="23682"/>
          <a:stretch>
            <a:fillRect/>
          </a:stretch>
        </p:blipFill>
        <p:spPr>
          <a:xfrm>
            <a:off x="4563729" y="2708920"/>
            <a:ext cx="3424519" cy="35004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C393EA-7D89-7072-BB67-2C8A512034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328" t="10607" r="23170"/>
          <a:stretch>
            <a:fillRect/>
          </a:stretch>
        </p:blipFill>
        <p:spPr>
          <a:xfrm>
            <a:off x="8083852" y="2708920"/>
            <a:ext cx="3563047" cy="35390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9F069A-9835-1645-70ED-E6A04A837AC1}"/>
              </a:ext>
            </a:extLst>
          </p:cNvPr>
          <p:cNvSpPr txBox="1"/>
          <p:nvPr/>
        </p:nvSpPr>
        <p:spPr>
          <a:xfrm>
            <a:off x="1012025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SF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134A61-2539-AE9E-5B4C-53EE23B9C28B}"/>
              </a:ext>
            </a:extLst>
          </p:cNvPr>
          <p:cNvSpPr txBox="1"/>
          <p:nvPr/>
        </p:nvSpPr>
        <p:spPr>
          <a:xfrm>
            <a:off x="4477530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DWM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E8E44-8D01-1438-5B68-29FDEFA8243F}"/>
              </a:ext>
            </a:extLst>
          </p:cNvPr>
          <p:cNvSpPr txBox="1"/>
          <p:nvPr/>
        </p:nvSpPr>
        <p:spPr>
          <a:xfrm>
            <a:off x="8255446" y="2127339"/>
            <a:ext cx="3551704" cy="371513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093C9D-A71F-D78F-8072-771C702B1A72}"/>
              </a:ext>
            </a:extLst>
          </p:cNvPr>
          <p:cNvSpPr/>
          <p:nvPr/>
        </p:nvSpPr>
        <p:spPr bwMode="auto">
          <a:xfrm>
            <a:off x="4477531" y="1844824"/>
            <a:ext cx="3606322" cy="4364572"/>
          </a:xfrm>
          <a:prstGeom prst="rect">
            <a:avLst/>
          </a:prstGeom>
          <a:noFill/>
          <a:ln w="76200" cap="flat" cmpd="sng" algn="ctr">
            <a:solidFill>
              <a:srgbClr val="C0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879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A0769AC-D3E3-CCCB-07FB-72EECD4CDA5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955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A0769AC-D3E3-CCCB-07FB-72EECD4CDA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CD16A42-3C94-D6AA-DA74-2EC1CC1EA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4FFBC-1746-623E-4225-D031BAA4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 assumption of DWM: the transport of the wake deficit can be described as a </a:t>
            </a:r>
            <a:r>
              <a:rPr lang="en-US" b="1" dirty="0"/>
              <a:t>passive-tracer </a:t>
            </a:r>
            <a:r>
              <a:rPr lang="en-US" dirty="0"/>
              <a:t>driven by large-scale turbulence</a:t>
            </a:r>
          </a:p>
          <a:p>
            <a:endParaRPr lang="en-US" dirty="0"/>
          </a:p>
          <a:p>
            <a:r>
              <a:rPr lang="en-US" dirty="0"/>
              <a:t>This implies that there exists a moving frame of reference, where the </a:t>
            </a:r>
            <a:r>
              <a:rPr lang="en-US" b="1" dirty="0"/>
              <a:t>wake deficit is independent of the large-scale motions</a:t>
            </a:r>
          </a:p>
          <a:p>
            <a:endParaRPr lang="en-US" b="1" dirty="0"/>
          </a:p>
          <a:p>
            <a:r>
              <a:rPr lang="en-US" dirty="0"/>
              <a:t>We will attempt to ”</a:t>
            </a:r>
            <a:r>
              <a:rPr lang="en-US" dirty="0" err="1"/>
              <a:t>unsmear</a:t>
            </a:r>
            <a:r>
              <a:rPr lang="en-US" dirty="0"/>
              <a:t>” the effects of wake meandering from an LES flow, to </a:t>
            </a:r>
            <a:r>
              <a:rPr lang="en-US" b="1" dirty="0"/>
              <a:t>test whether meandering can be treated as independent from wake evolution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4848F-85A1-49EE-7CEF-0E8CFF880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73DB9-F191-2DBC-CCE0-913D753734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A0487B0-CB35-8C25-3F49-1A2E64AAF93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EDC62A-EA21-479E-8996-888308C5414C}" type="datetime1">
              <a:rPr lang="en-US" smtClean="0"/>
              <a:t>10/22/2026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1F28BF-46FA-2352-9B22-57C29814E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582" y="4289143"/>
            <a:ext cx="4998662" cy="216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01C504-F43D-136F-400D-030562089AB4}"/>
              </a:ext>
            </a:extLst>
          </p:cNvPr>
          <p:cNvSpPr txBox="1"/>
          <p:nvPr/>
        </p:nvSpPr>
        <p:spPr>
          <a:xfrm>
            <a:off x="9047534" y="6241019"/>
            <a:ext cx="23149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Source: T.J. Larsen et al., 2012 </a:t>
            </a:r>
          </a:p>
        </p:txBody>
      </p:sp>
    </p:spTree>
    <p:extLst>
      <p:ext uri="{BB962C8B-B14F-4D97-AF65-F5344CB8AC3E}">
        <p14:creationId xmlns:p14="http://schemas.microsoft.com/office/powerpoint/2010/main" val="3341583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cell data - do not delete" hidden="1">
            <a:extLst>
              <a:ext uri="{FF2B5EF4-FFF2-40B4-BE49-F238E27FC236}">
                <a16:creationId xmlns:a16="http://schemas.microsoft.com/office/drawing/2014/main" id="{653747DB-500C-F72B-C6D9-04CDF4DED3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6856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53747DB-500C-F72B-C6D9-04CDF4DED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9039D-58FB-90CE-8ED3-A9440DBEA3EB}"/>
              </a:ext>
            </a:extLst>
          </p:cNvPr>
          <p:cNvSpPr txBox="1">
            <a:spLocks/>
          </p:cNvSpPr>
          <p:nvPr/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LES simulation results available (same as in Steiner et al., 2025): </a:t>
            </a:r>
          </a:p>
          <a:p>
            <a:pPr lvl="1"/>
            <a:r>
              <a:rPr lang="en-US" kern="0" dirty="0"/>
              <a:t>Single WTG (IEA 22MW): modeled as an actuator disc coupled to HAWC2</a:t>
            </a:r>
          </a:p>
          <a:p>
            <a:pPr lvl="1"/>
            <a:r>
              <a:rPr lang="en-US" kern="0" dirty="0"/>
              <a:t>Conventionally neutral boundary layer</a:t>
            </a:r>
          </a:p>
          <a:p>
            <a:pPr lvl="1"/>
            <a:r>
              <a:rPr lang="en-US" kern="0" dirty="0"/>
              <a:t>Resolution of 32 cells per diameter </a:t>
            </a:r>
          </a:p>
          <a:p>
            <a:pPr lvl="1"/>
            <a:r>
              <a:rPr lang="en-US" kern="0" dirty="0"/>
              <a:t>Wind speed planes (Y-Z) at 5D and 10D downstream the WTG, also 2D upstream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 vert="horz" rIns="0"/>
          <a:lstStyle/>
          <a:p>
            <a:r>
              <a:rPr lang="en-US" dirty="0"/>
              <a:t>Set-up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504" b="2300"/>
          <a:stretch>
            <a:fillRect/>
          </a:stretch>
        </p:blipFill>
        <p:spPr bwMode="auto">
          <a:xfrm>
            <a:off x="1793521" y="3445443"/>
            <a:ext cx="9312275" cy="3079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7DF50539-128F-0CB4-5E53-944B2775D1B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39100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DF50539-128F-0CB4-5E53-944B2775D1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F612DB9-1130-E7CC-D701-F046DB80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Flow visualization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73620BD-50F9-AD62-F4BF-01DE69CD41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6AF09-4663-6AAD-3F9E-A19FB4C05D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39E92-28CE-E458-3B8D-505355CB4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245F3CB-1E57-182F-6590-8B6960A6D53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AB4983-738D-48EC-8B3B-68BEDA0D2F3E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778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6602404A-5445-2E73-65E2-07904BD893C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136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602404A-5445-2E73-65E2-07904BD893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10/22/2026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CDD283D-C942-594E-9CE2-628C0D0CA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8627"/>
          <a:stretch>
            <a:fillRect/>
          </a:stretch>
        </p:blipFill>
        <p:spPr bwMode="auto">
          <a:xfrm>
            <a:off x="2121383" y="1398842"/>
            <a:ext cx="7947645" cy="508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“</a:t>
            </a:r>
            <a:r>
              <a:rPr lang="en-US" dirty="0" err="1"/>
              <a:t>Unsmear</a:t>
            </a:r>
            <a:r>
              <a:rPr lang="en-US" dirty="0"/>
              <a:t>” workflow</a:t>
            </a:r>
          </a:p>
        </p:txBody>
      </p:sp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1553FD90-D78D-4B37-E40D-F1DE34025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4268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553FD90-D78D-4B37-E40D-F1DE340258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Comparison against 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5FE5DEB-5F9E-55A7-1DBF-3A1137B6B48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945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5FE5DEB-5F9E-55A7-1DBF-3A1137B6B4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022E0B2-B60C-962B-EF18-8F156F63A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87634-C613-8860-582C-505D100D3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Test the validity of the “passive tracer” assumption</a:t>
            </a:r>
          </a:p>
          <a:p>
            <a:endParaRPr lang="en-US" dirty="0"/>
          </a:p>
          <a:p>
            <a:r>
              <a:rPr lang="en-US" dirty="0"/>
              <a:t>If the load results (HAWC2) using directly the LES flow vs the “re-constructed” flow match -&gt; the passive-tracer hypothesis is an acceptable assumption for load estimations</a:t>
            </a:r>
          </a:p>
          <a:p>
            <a:endParaRPr lang="en-US" dirty="0"/>
          </a:p>
          <a:p>
            <a:r>
              <a:rPr lang="en-US" dirty="0"/>
              <a:t>If not -&gt; this could explain the lack of accuracy of loads obtained using DWM </a:t>
            </a:r>
          </a:p>
          <a:p>
            <a:endParaRPr lang="en-US" dirty="0"/>
          </a:p>
          <a:p>
            <a:r>
              <a:rPr lang="en-US" dirty="0"/>
              <a:t>Other testing methodologies are also being discussed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513FC0-4B8F-935B-C832-1F6033700D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71B11-1C75-EC94-1566-779283BEEF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BD61BB2-324F-FF91-8098-891EEA4C86C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9374DD-2CF8-48AC-AE4D-01936855A4EC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5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58F33AF-BEEA-F98B-7DFF-444F19EB0EE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1180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58F33AF-BEEA-F98B-7DFF-444F19EB0E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13F1D38-0D11-5406-CF6B-C350C80B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CB18A-180F-1942-A33E-7E3FBDB27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Larsen, T. J., Madsen, H. A., Larsen, G. C., &amp; Hansen, K. S. (2013). Validation of the dynamic wake meander model for loads and power production in the Egmond </a:t>
            </a:r>
            <a:r>
              <a:rPr lang="en-US" dirty="0" err="1"/>
              <a:t>aan</a:t>
            </a:r>
            <a:r>
              <a:rPr lang="en-US" dirty="0"/>
              <a:t> Zee wind farm. </a:t>
            </a:r>
            <a:r>
              <a:rPr lang="en-US" i="1" dirty="0"/>
              <a:t>Wind Energy</a:t>
            </a:r>
            <a:r>
              <a:rPr lang="en-US" dirty="0"/>
              <a:t>, </a:t>
            </a:r>
            <a:r>
              <a:rPr lang="en-US" i="1" dirty="0"/>
              <a:t>16</a:t>
            </a:r>
            <a:r>
              <a:rPr lang="en-US" dirty="0"/>
              <a:t>(4), 605–624. </a:t>
            </a:r>
            <a:r>
              <a:rPr lang="en-US" dirty="0">
                <a:hlinkClick r:id="rId5"/>
              </a:rPr>
              <a:t>https://doi.org/10.1002/we.1563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Steiner, J., Hodgson, E. L., van der Laan, M. P., Alcayaga, L., Pedersen, M., Andersen, S. J., Larsen, G., &amp; </a:t>
            </a:r>
            <a:r>
              <a:rPr lang="en-US" dirty="0" err="1"/>
              <a:t>Réthoré</a:t>
            </a:r>
            <a:r>
              <a:rPr lang="en-US" dirty="0"/>
              <a:t>, P.-E. (2025). </a:t>
            </a:r>
            <a:r>
              <a:rPr lang="en-US" i="1" dirty="0"/>
              <a:t>A multi-fidelity model benchmark for wake steering of a large turbine in a neutral ABL</a:t>
            </a:r>
            <a:r>
              <a:rPr lang="en-US" dirty="0"/>
              <a:t>. https://doi.org/10.5194/wes-2025-200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8B5B7A-AB77-A217-0B41-5743F97D76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1326A-77D5-A999-9C94-2609FCEF47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BF6CD87-FD0F-A5FC-A475-419FF60D43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8E7C67A-8655-4404-A757-DF5B0D8C59A1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16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412525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8781DCCF-826B-9B70-389A-86B42F110B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4C3EEB1-AE57-70B8-6445-9933C8DC0AF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0777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4C3EEB1-AE57-70B8-6445-9933C8DC0A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95701C3-8402-9C9A-A7E6-4FE09AD3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2A2241-E328-241A-44DE-C1BD72B3F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of two </a:t>
                </a:r>
                <a:r>
                  <a:rPr lang="en-US" b="1" dirty="0"/>
                  <a:t>independent</a:t>
                </a:r>
                <a:r>
                  <a:rPr lang="en-US" dirty="0"/>
                  <a:t> gaussian distributions,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distribution with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2A2241-E328-241A-44DE-C1BD72B3F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68C588-218B-4ABC-689A-303CA9F295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4F50F2-C070-1676-D171-D9AD20D008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D916D8-2328-FCD9-BB48-50DB99250DB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10/22/2026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3EF7B61D-50BC-98DC-44B0-E263308FC75F}"/>
              </a:ext>
            </a:extLst>
          </p:cNvPr>
          <p:cNvSpPr/>
          <p:nvPr/>
        </p:nvSpPr>
        <p:spPr bwMode="auto">
          <a:xfrm>
            <a:off x="8074360" y="4812334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A964B2-5DB0-34AA-8A0C-B0563ED9B875}"/>
                  </a:ext>
                </a:extLst>
              </p:cNvPr>
              <p:cNvSpPr txBox="1"/>
              <p:nvPr/>
            </p:nvSpPr>
            <p:spPr>
              <a:xfrm>
                <a:off x="8631491" y="5172375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A964B2-5DB0-34AA-8A0C-B0563ED9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5172375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D4E65909-245E-8C14-0997-F7B128594046}"/>
              </a:ext>
            </a:extLst>
          </p:cNvPr>
          <p:cNvSpPr/>
          <p:nvPr/>
        </p:nvSpPr>
        <p:spPr bwMode="auto">
          <a:xfrm>
            <a:off x="8543478" y="5028359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C19B09-F74E-105E-0E23-02E11075491B}"/>
                  </a:ext>
                </a:extLst>
              </p:cNvPr>
              <p:cNvSpPr txBox="1"/>
              <p:nvPr/>
            </p:nvSpPr>
            <p:spPr>
              <a:xfrm>
                <a:off x="1774726" y="2420888"/>
                <a:ext cx="28198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)∗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C19B09-F74E-105E-0E23-02E110754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4726" y="2420888"/>
                <a:ext cx="2819875" cy="276999"/>
              </a:xfrm>
              <a:prstGeom prst="rect">
                <a:avLst/>
              </a:prstGeom>
              <a:blipFill>
                <a:blip r:embed="rId7"/>
                <a:stretch>
                  <a:fillRect l="-864" r="-1944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/>
              <p:nvPr/>
            </p:nvSpPr>
            <p:spPr>
              <a:xfrm>
                <a:off x="4908150" y="2074101"/>
                <a:ext cx="6814600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effectLst/>
                    <a:latin typeface="+mn-lt"/>
                    <a:ea typeface="Cambria Math" panose="02040503050406030204" pitchFamily="18" charset="0"/>
                  </a:rPr>
                  <a:t> wake deficit distribution in the fix frame of reference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wake deficit distribution in the meandering frame of reference</a:t>
                </a:r>
                <a:endParaRPr lang="en-US" dirty="0">
                  <a:solidFill>
                    <a:schemeClr val="tx1"/>
                  </a:solidFill>
                  <a:effectLst/>
                  <a:latin typeface="+mn-lt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effectLst/>
                    <a:latin typeface="+mn-lt"/>
                  </a:rPr>
                  <a:t>wake-center displacement (meandering)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8150" y="2074101"/>
                <a:ext cx="6814600" cy="1077218"/>
              </a:xfrm>
              <a:prstGeom prst="rect">
                <a:avLst/>
              </a:prstGeom>
              <a:blipFill>
                <a:blip r:embed="rId8"/>
                <a:stretch>
                  <a:fillRect t="-1695" b="-6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933F66C-A118-DE70-DBDA-BC3AC16B38A4}"/>
              </a:ext>
            </a:extLst>
          </p:cNvPr>
          <p:cNvSpPr txBox="1"/>
          <p:nvPr/>
        </p:nvSpPr>
        <p:spPr>
          <a:xfrm>
            <a:off x="8975526" y="4689805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chemeClr val="accent2"/>
                </a:solidFill>
                <a:latin typeface="+mn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79167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9BB92645-56CC-2CA6-A857-7556122C744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963623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BB92645-56CC-2CA6-A857-7556122C74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C9673DE-B991-FC72-6F64-4B4806F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</a:t>
            </a:r>
            <a:r>
              <a:rPr lang="en-US"/>
              <a:t>of reference: Wake </a:t>
            </a:r>
            <a:r>
              <a:rPr lang="en-US" dirty="0"/>
              <a:t>deficit computation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5BCAD-B00B-C098-9BAE-B2CF1F3360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8BAA4-DB57-0EE7-B8E0-E494053CF3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7AB8101-9D5C-0ECF-A33B-23F5003C2F1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956249C-810C-47B4-852F-7286FE759A24}" type="datetime1">
              <a:rPr lang="en-US" smtClean="0"/>
              <a:t>10/22/2026</a:t>
            </a:fld>
            <a:endParaRPr lang="en-US" dirty="0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94109AC7-A10F-520B-ED8B-FC01DB31D4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230661-0DB4-0920-6F42-8C149A57FBF2}"/>
              </a:ext>
            </a:extLst>
          </p:cNvPr>
          <p:cNvCxnSpPr/>
          <p:nvPr/>
        </p:nvCxnSpPr>
        <p:spPr bwMode="auto">
          <a:xfrm flipV="1">
            <a:off x="3286894" y="2852936"/>
            <a:ext cx="811696" cy="57606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/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blipFill>
                <a:blip r:embed="rId6"/>
                <a:stretch>
                  <a:fillRect r="-168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EAC154-6EAF-2093-FFE5-71480BC27F84}"/>
              </a:ext>
            </a:extLst>
          </p:cNvPr>
          <p:cNvCxnSpPr/>
          <p:nvPr/>
        </p:nvCxnSpPr>
        <p:spPr bwMode="auto">
          <a:xfrm flipH="1">
            <a:off x="6430913" y="2470692"/>
            <a:ext cx="528389" cy="38224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/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blipFill>
                <a:blip r:embed="rId7"/>
                <a:stretch>
                  <a:fillRect r="-194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8BC45D-0985-DF02-9331-736DA1751BC4}"/>
              </a:ext>
            </a:extLst>
          </p:cNvPr>
          <p:cNvCxnSpPr/>
          <p:nvPr/>
        </p:nvCxnSpPr>
        <p:spPr bwMode="auto">
          <a:xfrm>
            <a:off x="7357262" y="2470692"/>
            <a:ext cx="178104" cy="59826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023981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F831E-2013-DC0E-AEA6-0816F0FF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cell data - do not delete" hidden="1">
            <a:extLst>
              <a:ext uri="{FF2B5EF4-FFF2-40B4-BE49-F238E27FC236}">
                <a16:creationId xmlns:a16="http://schemas.microsoft.com/office/drawing/2014/main" id="{1DAD2B0D-FFBA-3DBC-1040-3EC1D497BD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92686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DAD2B0D-FFBA-3DBC-1040-3EC1D497BD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978F5BD-7D77-3A8D-9F49-4CCE1EF5D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1218CC-2858-4AA6-C655-EC2014993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22998" y="2964268"/>
            <a:ext cx="3539573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FE4A2-A382-5334-3835-D1805D5D3A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40443-38BE-AFEC-CB0C-1EA2892A3E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2B13C6CE-1906-B9F5-4476-787F29DED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10/22/2026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E116B3-1E29-2545-371F-9FFDF6313C1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42" y="2964268"/>
            <a:ext cx="3561081" cy="2160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56C39EE-5DBC-6E52-7411-C9F4FFB66F41}"/>
              </a:ext>
            </a:extLst>
          </p:cNvPr>
          <p:cNvSpPr/>
          <p:nvPr/>
        </p:nvSpPr>
        <p:spPr bwMode="auto">
          <a:xfrm>
            <a:off x="3718942" y="3983962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7639592-E8A7-F72E-67C6-E88AA4BB77E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9462" y="2903962"/>
            <a:ext cx="3554936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2CC16F-682A-CF45-6CAF-17F544AF4535}"/>
              </a:ext>
            </a:extLst>
          </p:cNvPr>
          <p:cNvSpPr/>
          <p:nvPr/>
        </p:nvSpPr>
        <p:spPr bwMode="auto">
          <a:xfrm>
            <a:off x="7895406" y="3829074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125D1-4AFA-2C54-A17C-A02D06213A44}"/>
              </a:ext>
            </a:extLst>
          </p:cNvPr>
          <p:cNvSpPr/>
          <p:nvPr/>
        </p:nvSpPr>
        <p:spPr bwMode="auto">
          <a:xfrm>
            <a:off x="7895406" y="4041556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/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blipFill>
                <a:blip r:embed="rId8"/>
                <a:stretch>
                  <a:fillRect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/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blipFill>
                <a:blip r:embed="rId9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/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i="1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blipFill>
                <a:blip r:embed="rId10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3818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21195584-566F-BA84-11CE-EAA2774F517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903049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21195584-566F-BA84-11CE-EAA2774F51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8F52BE4-0C71-109E-03A7-5B3B4B46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6615E56-E680-D1CC-13ED-178CFEA381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86168" y="1916832"/>
            <a:ext cx="6920282" cy="4204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73F0D8-088A-F498-C0C9-161BE18D90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7C551-6A24-3862-018A-1DA05ECE3C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89714F3-357A-A560-FED1-3CB8CA9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74FE6E8-0A69-4A49-B049-ED2ABC9705CE}" type="datetime1">
              <a:rPr lang="en-US" smtClean="0"/>
              <a:t>10/22/2026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6D1C1C-029E-8C1A-5DC4-BD8FE3B1E865}"/>
              </a:ext>
            </a:extLst>
          </p:cNvPr>
          <p:cNvCxnSpPr/>
          <p:nvPr/>
        </p:nvCxnSpPr>
        <p:spPr bwMode="auto">
          <a:xfrm>
            <a:off x="5303118" y="4653136"/>
            <a:ext cx="5127507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ysDot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28D61E5-BA27-D5D2-F35A-F61C11EACEB2}"/>
              </a:ext>
            </a:extLst>
          </p:cNvPr>
          <p:cNvSpPr txBox="1">
            <a:spLocks/>
          </p:cNvSpPr>
          <p:nvPr/>
        </p:nvSpPr>
        <p:spPr bwMode="auto">
          <a:xfrm>
            <a:off x="1774726" y="2132856"/>
            <a:ext cx="2811442" cy="41190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Wake deficit </a:t>
            </a:r>
            <a:r>
              <a:rPr lang="en-US" b="1" kern="0" dirty="0"/>
              <a:t>1-hour avg.</a:t>
            </a:r>
          </a:p>
          <a:p>
            <a:endParaRPr lang="en-US" kern="0" dirty="0"/>
          </a:p>
          <a:p>
            <a:r>
              <a:rPr lang="en-US" kern="0" dirty="0"/>
              <a:t>Sample deficit at horizontal rotor centerline</a:t>
            </a:r>
          </a:p>
          <a:p>
            <a:endParaRPr lang="en-US" kern="0" dirty="0"/>
          </a:p>
          <a:p>
            <a:r>
              <a:rPr lang="en-US" kern="0" dirty="0"/>
              <a:t>Far wake: deficit should be </a:t>
            </a:r>
            <a:r>
              <a:rPr lang="en-US" b="1" kern="0" dirty="0"/>
              <a:t>gaussian</a:t>
            </a:r>
          </a:p>
          <a:p>
            <a:pPr marL="0" indent="0">
              <a:buNone/>
            </a:pPr>
            <a:r>
              <a:rPr lang="en-US" kern="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03270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DA3F50FE-23B5-52CD-52D3-2B24B777AE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226687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A3F50FE-23B5-52CD-52D3-2B24B777A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D80C6AB-63C7-ECDF-0D6B-DB3BED768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64BD95-71D9-4B79-8A4B-20CD291751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E7A7CF-8102-A7AD-6233-E473B67B26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99AAD2-E875-4277-67B4-14BECE5B20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B673112-AEC8-485D-99A9-0012E0D58EB0}" type="datetime1">
              <a:rPr lang="en-US" smtClean="0"/>
              <a:t>10/22/2026</a:t>
            </a:fld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C9413EB-0CE8-DD73-C388-A66EA2B0F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19171" y="2566374"/>
            <a:ext cx="5476035" cy="30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72270A-F1E4-A6F3-2679-6E31DED9BB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3877" y="2566374"/>
            <a:ext cx="5476035" cy="3024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/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5D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𝟏𝟎𝟐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blipFill>
                <a:blip r:embed="rId7"/>
                <a:stretch>
                  <a:fillRect l="-3627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/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10D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𝟏𝟑𝟒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blipFill>
                <a:blip r:embed="rId8"/>
                <a:stretch>
                  <a:fillRect l="-3454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6696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DC0C3746-5CF6-DBAC-2E54-E2685E1F15F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556888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0C3746-5CF6-DBAC-2E54-E2685E1F15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7173394-A03E-A3BF-B8B3-B48208692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Meandering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91EAE-A5A4-E2C7-95BF-17D1FFCBE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389B1-C1CE-249E-B52D-00EBA3B5B5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6C9D2-FBE3-5B3F-D97D-BC8199641D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ED96DE3-B682-321B-922F-E522D811201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4608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96ED2EFF-6792-6CDB-808C-A143BCBB708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165780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6ED2EFF-6792-6CDB-808C-A143BCBB708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B234263-5363-B0CB-FFB2-9CD2DC4F8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Moving frame of reference: Wake deficit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6F5DD-22AF-86AE-D34B-78CC17B98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57CCCA-5AE0-5E5D-7B97-66A9629DE9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0354E-B2BA-CB94-030E-448F6FD67F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7ED99-52DC-0DA9-B548-4D549D639D0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869EAC3-13EE-4246-89E1-E191CD7E8A15}" type="datetime1">
              <a:rPr lang="en-US" smtClean="0"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4923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5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7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3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5CD6E9F-EB95-4B70-B601-F184015A4F9D}">
  <ds:schemaRefs/>
</ds:datastoreItem>
</file>

<file path=customXml/itemProps2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0A0F7F37-D167-4B30-B1F7-9A6095DD8E5E}">
  <ds:schemaRefs/>
</ds:datastoreItem>
</file>

<file path=customXml/itemProps5.xml><?xml version="1.0" encoding="utf-8"?>
<ds:datastoreItem xmlns:ds="http://schemas.openxmlformats.org/officeDocument/2006/customXml" ds:itemID="{C086A146-0E09-4AA0-A3DC-33B2C18DA71A}">
  <ds:schemaRefs/>
</ds:datastoreItem>
</file>

<file path=customXml/itemProps6.xml><?xml version="1.0" encoding="utf-8"?>
<ds:datastoreItem xmlns:ds="http://schemas.openxmlformats.org/officeDocument/2006/customXml" ds:itemID="{2EB4C41E-0201-403E-B674-C35FC9D83F82}">
  <ds:schemaRefs/>
</ds:datastoreItem>
</file>

<file path=customXml/itemProps7.xml><?xml version="1.0" encoding="utf-8"?>
<ds:datastoreItem xmlns:ds="http://schemas.openxmlformats.org/officeDocument/2006/customXml" ds:itemID="{9264A7C6-73F2-4A78-AE58-B921BC9D921C}">
  <ds:schemaRefs/>
</ds:datastoreItem>
</file>

<file path=customXml/itemProps8.xml><?xml version="1.0" encoding="utf-8"?>
<ds:datastoreItem xmlns:ds="http://schemas.openxmlformats.org/officeDocument/2006/customXml" ds:itemID="{27900B32-6883-412F-8FAC-916A5B87173E}">
  <ds:schemaRefs/>
</ds:datastoreItem>
</file>

<file path=customXml/itemProps9.xml><?xml version="1.0" encoding="utf-8"?>
<ds:datastoreItem xmlns:ds="http://schemas.openxmlformats.org/officeDocument/2006/customXml" ds:itemID="{B917EF7A-B11F-4137-A061-E3AFCEC45668}">
  <ds:schemaRefs/>
</ds:datastoreItem>
</file>

<file path=customXml/itemProps10.xml><?xml version="1.0" encoding="utf-8"?>
<ds:datastoreItem xmlns:ds="http://schemas.openxmlformats.org/officeDocument/2006/customXml" ds:itemID="{256B63E5-69B6-464D-863A-E47835EE7289}">
  <ds:schemaRefs/>
</ds:datastoreItem>
</file>

<file path=customXml/itemProps11.xml><?xml version="1.0" encoding="utf-8"?>
<ds:datastoreItem xmlns:ds="http://schemas.openxmlformats.org/officeDocument/2006/customXml" ds:itemID="{89E65983-BEBD-4684-8266-29F51A82FD68}">
  <ds:schemaRefs/>
</ds:datastoreItem>
</file>

<file path=customXml/itemProps12.xml><?xml version="1.0" encoding="utf-8"?>
<ds:datastoreItem xmlns:ds="http://schemas.openxmlformats.org/officeDocument/2006/customXml" ds:itemID="{747FA701-153C-414F-9076-93D6EB8F30A9}">
  <ds:schemaRefs/>
</ds:datastoreItem>
</file>

<file path=customXml/itemProps13.xml><?xml version="1.0" encoding="utf-8"?>
<ds:datastoreItem xmlns:ds="http://schemas.openxmlformats.org/officeDocument/2006/customXml" ds:itemID="{1334258C-C3E7-4029-A615-C886A240FB15}">
  <ds:schemaRefs/>
</ds:datastoreItem>
</file>

<file path=customXml/itemProps14.xml><?xml version="1.0" encoding="utf-8"?>
<ds:datastoreItem xmlns:ds="http://schemas.openxmlformats.org/officeDocument/2006/customXml" ds:itemID="{09A4C5C1-E379-42C2-9CE4-96EAD0C517EB}">
  <ds:schemaRefs/>
</ds:datastoreItem>
</file>

<file path=customXml/itemProps15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990</Words>
  <Application>Microsoft Office PowerPoint</Application>
  <PresentationFormat>Custom</PresentationFormat>
  <Paragraphs>169</Paragraphs>
  <Slides>18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Cambria Math</vt:lpstr>
      <vt:lpstr>Verdana</vt:lpstr>
      <vt:lpstr>Blank</vt:lpstr>
      <vt:lpstr>thinkcell Slide</vt:lpstr>
      <vt:lpstr>A deconstructed comparison of DWM and LES wake aerodynamics</vt:lpstr>
      <vt:lpstr>Motivation</vt:lpstr>
      <vt:lpstr>Motivation</vt:lpstr>
      <vt:lpstr>Motivation</vt:lpstr>
      <vt:lpstr>Set-up</vt:lpstr>
      <vt:lpstr>Flow visualization</vt:lpstr>
      <vt:lpstr>Methodology: “Unsmear” workflow</vt:lpstr>
      <vt:lpstr>Methodology: Comparison against LES</vt:lpstr>
      <vt:lpstr>Expected outcomes</vt:lpstr>
      <vt:lpstr>References</vt:lpstr>
      <vt:lpstr>A deconstructed comparison of DWM and LES wake aerodynamics</vt:lpstr>
      <vt:lpstr>Gaussian approximation test</vt:lpstr>
      <vt:lpstr>Fix frame of reference: Wake deficit computation</vt:lpstr>
      <vt:lpstr>Fix frame of reference: Wake deficit computation</vt:lpstr>
      <vt:lpstr>Fix frame of reference: Wake deficit computation</vt:lpstr>
      <vt:lpstr>Fix frame of reference: Gaussian fit</vt:lpstr>
      <vt:lpstr>Meandering</vt:lpstr>
      <vt:lpstr>Moving frame of reference: Wake deficit computation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Ignacio Hector Caviglia</cp:lastModifiedBy>
  <cp:revision>17</cp:revision>
  <dcterms:created xsi:type="dcterms:W3CDTF">2026-10-05T14:51:38Z</dcterms:created>
  <dcterms:modified xsi:type="dcterms:W3CDTF">2026-10-22T14:19:27Z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