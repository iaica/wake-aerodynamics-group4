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8"/>
  </p:notesMasterIdLst>
  <p:handoutMasterIdLst>
    <p:handoutMasterId r:id="rId39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6" r:id="rId29"/>
    <p:sldId id="520" r:id="rId30"/>
    <p:sldId id="519" r:id="rId31"/>
    <p:sldId id="518" r:id="rId32"/>
    <p:sldId id="516" r:id="rId33"/>
    <p:sldId id="527" r:id="rId34"/>
    <p:sldId id="523" r:id="rId35"/>
    <p:sldId id="525" r:id="rId36"/>
    <p:sldId id="528" r:id="rId37"/>
  </p:sldIdLst>
  <p:sldSz cx="12190413" cy="6858000"/>
  <p:notesSz cx="6858000" cy="9144000"/>
  <p:custDataLst>
    <p:tags r:id="rId40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6"/>
            <p14:sldId id="520"/>
            <p14:sldId id="519"/>
            <p14:sldId id="518"/>
            <p14:sldId id="516"/>
            <p14:sldId id="527"/>
            <p14:sldId id="523"/>
            <p14:sldId id="525"/>
            <p14:sldId id="52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FDFE87-B49A-4A5E-96B2-F6D24E9DA19B}" v="118" dt="2026-10-25T16:36:49.702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slide" Target="slides/slide21.xml"/><Relationship Id="rId40" Type="http://schemas.openxmlformats.org/officeDocument/2006/relationships/tags" Target="tags/tag1.xml"/><Relationship Id="rId45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slide" Target="slides/slide20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notesMaster" Target="notesMasters/notesMaster1.xml"/><Relationship Id="rId46" Type="http://schemas.microsoft.com/office/2016/11/relationships/changesInfo" Target="changesInfos/changesInfo1.xml"/><Relationship Id="rId20" Type="http://schemas.openxmlformats.org/officeDocument/2006/relationships/slide" Target="slides/slide4.xml"/><Relationship Id="rId41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2T11:40:32.941" v="443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0:56:52.347" v="3706" actId="1076"/>
          <ac:spMkLst>
            <pc:docMk/>
            <pc:sldMk cId="2179167034" sldId="522"/>
            <ac:spMk id="8" creationId="{3EF7B61D-50BC-98DC-44B0-E263308FC75F}"/>
          </ac:spMkLst>
        </pc:spChg>
        <pc:spChg chg="add mod">
          <ac:chgData name="Ignacio Hector Caviglia" userId="3fee0988-6c20-4138-8d44-544a5098d377" providerId="ADAL" clId="{E38CA375-B9F8-479D-9119-80579E771090}" dt="2026-10-22T11:08:31.930" v="3949" actId="255"/>
          <ac:spMkLst>
            <pc:docMk/>
            <pc:sldMk cId="2179167034" sldId="522"/>
            <ac:spMk id="9" creationId="{20A964B2-5DB0-34AA-8A0C-B0563ED9B875}"/>
          </ac:spMkLst>
        </pc:spChg>
        <pc:spChg chg="add mod">
          <ac:chgData name="Ignacio Hector Caviglia" userId="3fee0988-6c20-4138-8d44-544a5098d377" providerId="ADAL" clId="{E38CA375-B9F8-479D-9119-80579E771090}" dt="2026-10-22T11:08:38.322" v="3950" actId="14100"/>
          <ac:spMkLst>
            <pc:docMk/>
            <pc:sldMk cId="2179167034" sldId="522"/>
            <ac:spMk id="10" creationId="{D4E65909-245E-8C14-0997-F7B128594046}"/>
          </ac:spMkLst>
        </pc:spChg>
        <pc:spChg chg="add mod">
          <ac:chgData name="Ignacio Hector Caviglia" userId="3fee0988-6c20-4138-8d44-544a5098d377" providerId="ADAL" clId="{E38CA375-B9F8-479D-9119-80579E771090}" dt="2026-10-22T11:20:04.676" v="4165" actId="20577"/>
          <ac:spMkLst>
            <pc:docMk/>
            <pc:sldMk cId="2179167034" sldId="522"/>
            <ac:spMk id="12" creationId="{13C19B09-F74E-105E-0E23-02E11075491B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  <pc:docChgLst>
    <pc:chgData name="joey Bink" userId="4b4987a9054c8c26" providerId="LiveId" clId="{A48D91C7-8BDC-459E-BF94-44DF87A5F811}"/>
    <pc:docChg chg="undo custSel addSld delSld modSld sldOrd modSection">
      <pc:chgData name="joey Bink" userId="4b4987a9054c8c26" providerId="LiveId" clId="{A48D91C7-8BDC-459E-BF94-44DF87A5F811}" dt="2026-10-25T16:50:48.767" v="601" actId="47"/>
      <pc:docMkLst>
        <pc:docMk/>
      </pc:docMkLst>
      <pc:sldChg chg="modSp">
        <pc:chgData name="joey Bink" userId="4b4987a9054c8c26" providerId="LiveId" clId="{A48D91C7-8BDC-459E-BF94-44DF87A5F811}" dt="2026-10-24T13:17:33.280" v="20" actId="1076"/>
        <pc:sldMkLst>
          <pc:docMk/>
          <pc:sldMk cId="2179167034" sldId="522"/>
        </pc:sldMkLst>
        <pc:spChg chg="mod">
          <ac:chgData name="joey Bink" userId="4b4987a9054c8c26" providerId="LiveId" clId="{A48D91C7-8BDC-459E-BF94-44DF87A5F811}" dt="2026-10-24T13:17:33.280" v="20" actId="1076"/>
          <ac:spMkLst>
            <pc:docMk/>
            <pc:sldMk cId="2179167034" sldId="522"/>
            <ac:spMk id="3" creationId="{4F2A2241-E328-241A-44DE-C1BD72B3FFDC}"/>
          </ac:spMkLst>
        </pc:spChg>
      </pc:sldChg>
      <pc:sldChg chg="addSp delSp modSp mod">
        <pc:chgData name="joey Bink" userId="4b4987a9054c8c26" providerId="LiveId" clId="{A48D91C7-8BDC-459E-BF94-44DF87A5F811}" dt="2026-10-25T16:36:49.702" v="598" actId="1076"/>
        <pc:sldMkLst>
          <pc:docMk/>
          <pc:sldMk cId="327460808" sldId="523"/>
        </pc:sldMkLst>
        <pc:spChg chg="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2" creationId="{D7173394-A03E-A3BF-B8B3-B48208692B94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3" creationId="{449351AA-8F25-51DB-FC3F-DCE472FE93B5}"/>
          </ac:spMkLst>
        </pc:spChg>
        <pc:spChg chg="del">
          <ac:chgData name="joey Bink" userId="4b4987a9054c8c26" providerId="LiveId" clId="{A48D91C7-8BDC-459E-BF94-44DF87A5F811}" dt="2026-10-24T13:12:08.589" v="0" actId="478"/>
          <ac:spMkLst>
            <pc:docMk/>
            <pc:sldMk cId="327460808" sldId="523"/>
            <ac:spMk id="3" creationId="{54791EAE-A5A4-E2C7-95BF-17D1FFCBE248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0" creationId="{3AEC6F4D-39BF-1AE1-E009-B05A9759C7F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2" creationId="{B4E629D4-B379-C414-C40E-4BEF82556ACF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3" creationId="{9ABEFCF6-5E04-234B-D9C3-45A47622C4CF}"/>
          </ac:spMkLst>
        </pc:spChg>
        <pc:spChg chg="add 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14" creationId="{F14A581C-40DD-38F7-368C-D80E9AF45C6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6" creationId="{45904EA8-44BD-997E-631C-5B2B03EA1FAF}"/>
          </ac:spMkLst>
        </pc:spChg>
        <pc:picChg chg="add del mod ord modCrop">
          <ac:chgData name="joey Bink" userId="4b4987a9054c8c26" providerId="LiveId" clId="{A48D91C7-8BDC-459E-BF94-44DF87A5F811}" dt="2026-10-25T15:59:56.049" v="439" actId="478"/>
          <ac:picMkLst>
            <pc:docMk/>
            <pc:sldMk cId="327460808" sldId="523"/>
            <ac:picMk id="9" creationId="{B2D9DC51-3B89-8E14-BD9B-0523EC89E43F}"/>
          </ac:picMkLst>
        </pc:picChg>
        <pc:picChg chg="add del mod ord">
          <ac:chgData name="joey Bink" userId="4b4987a9054c8c26" providerId="LiveId" clId="{A48D91C7-8BDC-459E-BF94-44DF87A5F811}" dt="2026-10-25T16:01:36.390" v="446" actId="478"/>
          <ac:picMkLst>
            <pc:docMk/>
            <pc:sldMk cId="327460808" sldId="523"/>
            <ac:picMk id="11" creationId="{A62DE72D-6BD5-4B86-60C1-3F084C35E495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7" creationId="{C3499F6E-5C4A-0E5F-944F-75036F485DA4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9" creationId="{9267CA7F-2AE3-5324-A1E4-1772BA4CF7E6}"/>
          </ac:picMkLst>
        </pc:picChg>
      </pc:sldChg>
      <pc:sldChg chg="addSp delSp modSp add mod">
        <pc:chgData name="joey Bink" userId="4b4987a9054c8c26" providerId="LiveId" clId="{A48D91C7-8BDC-459E-BF94-44DF87A5F811}" dt="2026-10-25T16:30:52.702" v="597" actId="1076"/>
        <pc:sldMkLst>
          <pc:docMk/>
          <pc:sldMk cId="3109698927" sldId="525"/>
        </pc:sldMkLst>
        <pc:spChg chg="mod">
          <ac:chgData name="joey Bink" userId="4b4987a9054c8c26" providerId="LiveId" clId="{A48D91C7-8BDC-459E-BF94-44DF87A5F811}" dt="2026-10-25T16:06:21.196" v="484" actId="1076"/>
          <ac:spMkLst>
            <pc:docMk/>
            <pc:sldMk cId="3109698927" sldId="525"/>
            <ac:spMk id="2" creationId="{32DC51DC-C8E1-4674-3FB1-C57199889F06}"/>
          </ac:spMkLst>
        </pc:spChg>
        <pc:spChg chg="add del mod">
          <ac:chgData name="joey Bink" userId="4b4987a9054c8c26" providerId="LiveId" clId="{A48D91C7-8BDC-459E-BF94-44DF87A5F811}" dt="2026-10-24T13:29:01.014" v="295"/>
          <ac:spMkLst>
            <pc:docMk/>
            <pc:sldMk cId="3109698927" sldId="525"/>
            <ac:spMk id="3" creationId="{A7E29ABF-ABC9-BFFB-3963-68C331D91FD9}"/>
          </ac:spMkLst>
        </pc:spChg>
        <pc:spChg chg="del mod">
          <ac:chgData name="joey Bink" userId="4b4987a9054c8c26" providerId="LiveId" clId="{A48D91C7-8BDC-459E-BF94-44DF87A5F811}" dt="2026-10-24T13:28:29.851" v="270" actId="478"/>
          <ac:spMkLst>
            <pc:docMk/>
            <pc:sldMk cId="3109698927" sldId="525"/>
            <ac:spMk id="12" creationId="{3A046637-EB6A-1691-82AA-7801CD36B39E}"/>
          </ac:spMkLst>
        </pc:spChg>
        <pc:spChg chg="del">
          <ac:chgData name="joey Bink" userId="4b4987a9054c8c26" providerId="LiveId" clId="{A48D91C7-8BDC-459E-BF94-44DF87A5F811}" dt="2026-10-24T13:55:10.014" v="308" actId="478"/>
          <ac:spMkLst>
            <pc:docMk/>
            <pc:sldMk cId="3109698927" sldId="525"/>
            <ac:spMk id="14" creationId="{AC83E023-2D6D-D7A9-B350-D3D0B05562A1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5" creationId="{88211A0A-070C-6698-6087-054B065A4114}"/>
          </ac:spMkLst>
        </pc:spChg>
        <pc:spChg chg="del">
          <ac:chgData name="joey Bink" userId="4b4987a9054c8c26" providerId="LiveId" clId="{A48D91C7-8BDC-459E-BF94-44DF87A5F811}" dt="2026-10-24T13:28:31.106" v="271" actId="478"/>
          <ac:spMkLst>
            <pc:docMk/>
            <pc:sldMk cId="3109698927" sldId="525"/>
            <ac:spMk id="16" creationId="{495AB5F2-3FFA-519A-0150-A1579E6BF96C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7" creationId="{26ACBE45-108E-05CC-3ADD-DF34AF0CE756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9" creationId="{F6093DE7-2F97-8006-FB53-FA93E18295C2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21" creationId="{0268B5D4-6178-C0E6-DCD2-FB21AD824AE4}"/>
          </ac:spMkLst>
        </pc:sp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8" creationId="{3D428EBD-4E31-9395-E766-0DE6459FA61A}"/>
          </ac:picMkLst>
        </pc:picChg>
        <pc:picChg chg="del">
          <ac:chgData name="joey Bink" userId="4b4987a9054c8c26" providerId="LiveId" clId="{A48D91C7-8BDC-459E-BF94-44DF87A5F811}" dt="2026-10-24T13:28:27.676" v="268" actId="478"/>
          <ac:picMkLst>
            <pc:docMk/>
            <pc:sldMk cId="3109698927" sldId="525"/>
            <ac:picMk id="9" creationId="{C5A11FEF-DA81-AF4E-77D3-67C5365FC573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0" creationId="{A8BAA4AC-EF4E-3019-3D48-794067070996}"/>
          </ac:picMkLst>
        </pc:picChg>
        <pc:picChg chg="del">
          <ac:chgData name="joey Bink" userId="4b4987a9054c8c26" providerId="LiveId" clId="{A48D91C7-8BDC-459E-BF94-44DF87A5F811}" dt="2026-10-24T13:28:31.617" v="272" actId="478"/>
          <ac:picMkLst>
            <pc:docMk/>
            <pc:sldMk cId="3109698927" sldId="525"/>
            <ac:picMk id="11" creationId="{1F99F75F-CB55-845B-0FCB-25F9C05CB2C0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2" creationId="{83336CA8-5442-2CD2-7A44-E24D2C4678EE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4" creationId="{1EAD45B5-6C59-C928-15A2-01A6080B2791}"/>
          </ac:picMkLst>
        </pc:picChg>
      </pc:sldChg>
      <pc:sldChg chg="addSp delSp modSp add del mod ord">
        <pc:chgData name="joey Bink" userId="4b4987a9054c8c26" providerId="LiveId" clId="{A48D91C7-8BDC-459E-BF94-44DF87A5F811}" dt="2026-10-25T16:50:48.767" v="601" actId="47"/>
        <pc:sldMkLst>
          <pc:docMk/>
          <pc:sldMk cId="1492636578" sldId="526"/>
        </pc:sldMkLst>
        <pc:spChg chg="mod">
          <ac:chgData name="joey Bink" userId="4b4987a9054c8c26" providerId="LiveId" clId="{A48D91C7-8BDC-459E-BF94-44DF87A5F811}" dt="2026-10-24T13:55:24.267" v="310" actId="20577"/>
          <ac:spMkLst>
            <pc:docMk/>
            <pc:sldMk cId="1492636578" sldId="526"/>
            <ac:spMk id="2" creationId="{BBBADC4C-F9A1-C58E-8E6C-161956C04420}"/>
          </ac:spMkLst>
        </pc:spChg>
        <pc:spChg chg="add mod">
          <ac:chgData name="joey Bink" userId="4b4987a9054c8c26" providerId="LiveId" clId="{A48D91C7-8BDC-459E-BF94-44DF87A5F811}" dt="2026-10-24T13:55:41.050" v="313" actId="1076"/>
          <ac:spMkLst>
            <pc:docMk/>
            <pc:sldMk cId="1492636578" sldId="526"/>
            <ac:spMk id="8" creationId="{266A79D2-20A7-A61F-1CAF-A08573C61C3B}"/>
          </ac:spMkLst>
        </pc:spChg>
        <pc:spChg chg="add del mod">
          <ac:chgData name="joey Bink" userId="4b4987a9054c8c26" providerId="LiveId" clId="{A48D91C7-8BDC-459E-BF94-44DF87A5F811}" dt="2026-10-24T13:55:46.283" v="316"/>
          <ac:spMkLst>
            <pc:docMk/>
            <pc:sldMk cId="1492636578" sldId="526"/>
            <ac:spMk id="9" creationId="{1356EAAB-3851-1D0C-B08A-46DBD9A1732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6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5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20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5" Type="http://schemas.openxmlformats.org/officeDocument/2006/relationships/image" Target="../media/image22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5.gif"/><Relationship Id="rId7" Type="http://schemas.openxmlformats.org/officeDocument/2006/relationships/image" Target="../media/image2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6.gi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oleObject" Target="../embeddings/oleObject17.bin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3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10/25/2026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2241-E328-241A-44DE-C1BD72B3F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Going from fix to moving frame of reference: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Passive tracer assumption: </a:t>
            </a:r>
            <a:r>
              <a:rPr lang="en-US" dirty="0"/>
              <a:t>the wake deficit is independent of the large-scale motions in the moving frame of reference</a:t>
            </a:r>
            <a:endParaRPr lang="en-US" b="1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58900" lvl="1" indent="-342900">
              <a:buFont typeface="+mj-lt"/>
              <a:buAutoNum type="arabicPeriod"/>
            </a:pPr>
            <a:endParaRPr lang="en-US" dirty="0"/>
          </a:p>
          <a:p>
            <a:pPr marL="2160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10/25/2026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deficit,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deficit, moving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blipFill>
                <a:blip r:embed="rId5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/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blipFill>
                <a:blip r:embed="rId6"/>
                <a:stretch>
                  <a:fillRect l="-969" r="-213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/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blipFill>
                <a:blip r:embed="rId7"/>
                <a:stretch>
                  <a:fillRect l="-1304" t="-4444" r="-2391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row: Right 21">
            <a:extLst>
              <a:ext uri="{FF2B5EF4-FFF2-40B4-BE49-F238E27FC236}">
                <a16:creationId xmlns:a16="http://schemas.microsoft.com/office/drawing/2014/main" id="{5CE95622-A079-B592-A9DA-BD9E972D91B4}"/>
              </a:ext>
            </a:extLst>
          </p:cNvPr>
          <p:cNvSpPr/>
          <p:nvPr/>
        </p:nvSpPr>
        <p:spPr bwMode="auto">
          <a:xfrm>
            <a:off x="6815286" y="5295309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/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n-lt"/>
                  </a:rPr>
                  <a:t>is statistically independent of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1800" dirty="0"/>
                  <a:t> 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blipFill>
                <a:blip r:embed="rId8"/>
                <a:stretch>
                  <a:fillRect l="-1793" t="-2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rrow: Right 23">
            <a:extLst>
              <a:ext uri="{FF2B5EF4-FFF2-40B4-BE49-F238E27FC236}">
                <a16:creationId xmlns:a16="http://schemas.microsoft.com/office/drawing/2014/main" id="{F5D5DD5A-0F09-1E76-E8CB-1FEDDEA6FB9D}"/>
              </a:ext>
            </a:extLst>
          </p:cNvPr>
          <p:cNvSpPr/>
          <p:nvPr/>
        </p:nvSpPr>
        <p:spPr bwMode="auto">
          <a:xfrm>
            <a:off x="2154976" y="5295311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529CD71-CDC9-10B4-0982-78DE8EEE03CD}"/>
              </a:ext>
            </a:extLst>
          </p:cNvPr>
          <p:cNvSpPr/>
          <p:nvPr/>
        </p:nvSpPr>
        <p:spPr bwMode="auto">
          <a:xfrm>
            <a:off x="7463358" y="5157192"/>
            <a:ext cx="3011914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78A3-A966-DE11-22D0-3A184910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2CECBB3-6296-8346-1B88-C26514C277E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2CECBB3-6296-8346-1B88-C26514C277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CF0778D-AF0C-5169-E9F4-BD81762D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8E28B-BE12-5DEC-F226-AA9569627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8C988E-ECF1-481A-ECA5-29E289A8E3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514CF8-D8D2-FD5C-57CB-33BA85804E5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BF22626-38C5-5003-3CD7-8383D4951C61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7D17B5C-47CD-217C-229E-D49786968858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F18B62-1FCE-0789-010A-BA95CF561F51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AAD309-E6CE-1B1B-D707-1FA14D402AE0}"/>
              </a:ext>
            </a:extLst>
          </p:cNvPr>
          <p:cNvSpPr/>
          <p:nvPr/>
        </p:nvSpPr>
        <p:spPr bwMode="auto">
          <a:xfrm>
            <a:off x="8631491" y="4919682"/>
            <a:ext cx="416043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7125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10/25/2026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9C2D-819F-E22D-10CF-71424E7E5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59D4782E-6D6E-D591-7E21-0B1BCD9F08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2CECBB3-6296-8346-1B88-C26514C277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503EF76-17FB-78B7-992B-2B2F312B7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CCD928-B93B-1228-FD52-EA2134F9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150C7-63E0-90F9-0B99-E4DD4E72B77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E176C-150C-1584-9D97-1EEA602289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E22ADEE-255D-76ED-0FC3-73E412705E2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549C18EB-B0BA-C0F8-E9A1-6B13A66A20E4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0FD6AA-863D-4C74-7F87-057B7C9010F0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36C04DC4-1AF6-AAAE-AB71-FA8633C2CEF6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323129-8B28-6CD3-0965-F29C5676090F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C016D6-C3C3-C9FB-AFC1-76BD1EBA2776}"/>
              </a:ext>
            </a:extLst>
          </p:cNvPr>
          <p:cNvSpPr/>
          <p:nvPr/>
        </p:nvSpPr>
        <p:spPr bwMode="auto">
          <a:xfrm>
            <a:off x="10271670" y="4919682"/>
            <a:ext cx="1118268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3680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Afbeelding 18">
            <a:extLst>
              <a:ext uri="{FF2B5EF4-FFF2-40B4-BE49-F238E27FC236}">
                <a16:creationId xmlns:a16="http://schemas.microsoft.com/office/drawing/2014/main" id="{9267CA7F-2AE3-5324-A1E4-1772BA4C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25" y="3119480"/>
            <a:ext cx="6700646" cy="3350323"/>
          </a:xfrm>
          <a:prstGeom prst="rect">
            <a:avLst/>
          </a:prstGeom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3499F6E-5C4A-0E5F-944F-75036F485D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306" y="3174462"/>
            <a:ext cx="6480722" cy="3240361"/>
          </a:xfrm>
          <a:prstGeom prst="rect">
            <a:avLst/>
          </a:prstGeom>
        </p:spPr>
      </p:pic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47667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4E629D4-B379-C414-C40E-4BEF82556ACF}"/>
              </a:ext>
            </a:extLst>
          </p:cNvPr>
          <p:cNvSpPr txBox="1">
            <a:spLocks/>
          </p:cNvSpPr>
          <p:nvPr/>
        </p:nvSpPr>
        <p:spPr bwMode="auto">
          <a:xfrm>
            <a:off x="2198904" y="2917865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Near wake: 5D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14A581C-40DD-38F7-368C-D80E9AF45C6C}"/>
              </a:ext>
            </a:extLst>
          </p:cNvPr>
          <p:cNvSpPr txBox="1">
            <a:spLocks/>
          </p:cNvSpPr>
          <p:nvPr/>
        </p:nvSpPr>
        <p:spPr bwMode="auto">
          <a:xfrm>
            <a:off x="1632802" y="863712"/>
            <a:ext cx="7751091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b="0" kern="0" dirty="0"/>
              <a:t>The wake </a:t>
            </a:r>
            <a:r>
              <a:rPr lang="en-US" sz="1600" b="0" kern="0" dirty="0" err="1"/>
              <a:t>centre</a:t>
            </a:r>
            <a:r>
              <a:rPr lang="en-US" sz="1600" b="0" kern="0" dirty="0"/>
              <a:t> moves sideways and up-and-down as it propagates downstream.  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5904EA8-44BD-997E-631C-5B2B03EA1FAF}"/>
              </a:ext>
            </a:extLst>
          </p:cNvPr>
          <p:cNvSpPr txBox="1">
            <a:spLocks/>
          </p:cNvSpPr>
          <p:nvPr/>
        </p:nvSpPr>
        <p:spPr bwMode="auto">
          <a:xfrm>
            <a:off x="8103561" y="2917865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Far wake: 10D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/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/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Z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kstvak 12">
            <a:extLst>
              <a:ext uri="{FF2B5EF4-FFF2-40B4-BE49-F238E27FC236}">
                <a16:creationId xmlns:a16="http://schemas.microsoft.com/office/drawing/2014/main" id="{9ABEFCF6-5E04-234B-D9C3-45A47622C4CF}"/>
              </a:ext>
            </a:extLst>
          </p:cNvPr>
          <p:cNvSpPr txBox="1"/>
          <p:nvPr/>
        </p:nvSpPr>
        <p:spPr>
          <a:xfrm>
            <a:off x="1601725" y="2125083"/>
            <a:ext cx="145754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Wake </a:t>
            </a:r>
            <a:r>
              <a:rPr lang="nl-NL" b="1" dirty="0" err="1">
                <a:latin typeface="+mn-lt"/>
              </a:rPr>
              <a:t>centre</a:t>
            </a:r>
            <a:r>
              <a:rPr lang="nl-NL" b="1" dirty="0">
                <a:latin typeface="+mn-lt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276E6-3BE2-6FD5-BB3B-952901FE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B6C60F24-F623-E9F1-022A-0C3C7740229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6C60F24-F623-E9F1-022A-0C3C774022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DC51DC-C8E1-4674-3FB1-C57199889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9665" y="37778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E95564-48EB-ECB2-99CF-A29FF192EA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BF23D5-4A53-C6B7-E9E5-525A630F1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9314FD0-B83F-41FC-A158-D333FC4C7A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D428EBD-4E31-9395-E766-0DE6459FA6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49" y="1615747"/>
            <a:ext cx="4613737" cy="2306869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A8BAA4AC-EF4E-3019-3D48-7940670709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50" y="3789040"/>
            <a:ext cx="4613737" cy="2306869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83336CA8-5442-2CD2-7A44-E24D2C4678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1786509"/>
            <a:ext cx="5546388" cy="2218555"/>
          </a:xfrm>
          <a:prstGeom prst="rect">
            <a:avLst/>
          </a:prstGeom>
        </p:spPr>
      </p:pic>
      <p:pic>
        <p:nvPicPr>
          <p:cNvPr id="14" name="Afbeelding 13">
            <a:extLst>
              <a:ext uri="{FF2B5EF4-FFF2-40B4-BE49-F238E27FC236}">
                <a16:creationId xmlns:a16="http://schemas.microsoft.com/office/drawing/2014/main" id="{1EAD45B5-6C59-C928-15A2-01A6080B27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4005064"/>
            <a:ext cx="5546389" cy="2218556"/>
          </a:xfrm>
          <a:prstGeom prst="rect">
            <a:avLst/>
          </a:prstGeom>
        </p:spPr>
      </p:pic>
      <p:sp>
        <p:nvSpPr>
          <p:cNvPr id="15" name="Tekstvak 14">
            <a:extLst>
              <a:ext uri="{FF2B5EF4-FFF2-40B4-BE49-F238E27FC236}">
                <a16:creationId xmlns:a16="http://schemas.microsoft.com/office/drawing/2014/main" id="{88211A0A-070C-6698-6087-054B065A4114}"/>
              </a:ext>
            </a:extLst>
          </p:cNvPr>
          <p:cNvSpPr txBox="1"/>
          <p:nvPr/>
        </p:nvSpPr>
        <p:spPr>
          <a:xfrm>
            <a:off x="334566" y="2547393"/>
            <a:ext cx="15841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Near Wake: 5D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6ACBE45-108E-05CC-3ADD-DF34AF0CE756}"/>
              </a:ext>
            </a:extLst>
          </p:cNvPr>
          <p:cNvSpPr txBox="1"/>
          <p:nvPr/>
        </p:nvSpPr>
        <p:spPr>
          <a:xfrm>
            <a:off x="262558" y="4696253"/>
            <a:ext cx="165618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Far Wake: 10D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F6093DE7-2F97-8006-FB53-FA93E18295C2}"/>
              </a:ext>
            </a:extLst>
          </p:cNvPr>
          <p:cNvSpPr txBox="1"/>
          <p:nvPr/>
        </p:nvSpPr>
        <p:spPr>
          <a:xfrm>
            <a:off x="3767461" y="1492636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Time series</a:t>
            </a: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268B5D4-6178-C0E6-DCD2-FB21AD824AE4}"/>
              </a:ext>
            </a:extLst>
          </p:cNvPr>
          <p:cNvSpPr txBox="1"/>
          <p:nvPr/>
        </p:nvSpPr>
        <p:spPr>
          <a:xfrm>
            <a:off x="8831510" y="1485593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 err="1">
                <a:latin typeface="+mn-lt"/>
              </a:rPr>
              <a:t>Distributions</a:t>
            </a:r>
            <a:endParaRPr lang="nl-NL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96989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9351-A6B0-6F2D-1813-E103684BF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5D3834D-A5E3-8EBC-78A6-71596451A60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59D4782E-6D6E-D591-7E21-0B1BCD9F08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1C12796-40B3-5FF0-A343-EBEC5B5EF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20BE69-E2BE-FAF5-E481-DF850682F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35C886-690A-93C8-1E95-15A458321F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F778C-5F55-0DC9-90BC-8F81144CC5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D807FE2-8360-4E3C-E14B-A341D0E5D31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47A50029-1DB3-42C6-8A12-1A45354CEFB5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75C70A-E680-A06B-C7BF-DBDD93AEA62A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3F945A-CF84-F035-9794-8853840D8FE3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AF13A-2B66-3D39-651A-A23AA9B56ECD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8F07-4BF4-3413-2923-44F33BEF7F52}"/>
              </a:ext>
            </a:extLst>
          </p:cNvPr>
          <p:cNvSpPr/>
          <p:nvPr/>
        </p:nvSpPr>
        <p:spPr bwMode="auto">
          <a:xfrm>
            <a:off x="9423579" y="4919682"/>
            <a:ext cx="776083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FB92F8-7933-537B-4307-3615B00922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718" y="1327741"/>
            <a:ext cx="7334944" cy="36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91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6.xml><?xml version="1.0" encoding="utf-8"?>
<TemplafySlideFormConfiguration><![CDATA[{"formFields":[],"formDataEntries":[]}]]></TemplafySlideFormConfiguration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C086A146-0E09-4AA0-A3DC-33B2C18DA71A}">
  <ds:schemaRefs/>
</ds:datastoreItem>
</file>

<file path=customXml/itemProps2.xml><?xml version="1.0" encoding="utf-8"?>
<ds:datastoreItem xmlns:ds="http://schemas.openxmlformats.org/officeDocument/2006/customXml" ds:itemID="{2EB4C41E-0201-403E-B674-C35FC9D83F82}">
  <ds:schemaRefs/>
</ds:datastoreItem>
</file>

<file path=customXml/itemProps3.xml><?xml version="1.0" encoding="utf-8"?>
<ds:datastoreItem xmlns:ds="http://schemas.openxmlformats.org/officeDocument/2006/customXml" ds:itemID="{B917EF7A-B11F-4137-A061-E3AFCEC45668}">
  <ds:schemaRefs/>
</ds:datastoreItem>
</file>

<file path=customXml/itemProps4.xml><?xml version="1.0" encoding="utf-8"?>
<ds:datastoreItem xmlns:ds="http://schemas.openxmlformats.org/officeDocument/2006/customXml" ds:itemID="{747FA701-153C-414F-9076-93D6EB8F30A9}">
  <ds:schemaRefs/>
</ds:datastoreItem>
</file>

<file path=customXml/itemProps5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6.xml><?xml version="1.0" encoding="utf-8"?>
<ds:datastoreItem xmlns:ds="http://schemas.openxmlformats.org/officeDocument/2006/customXml" ds:itemID="{89E65983-BEBD-4684-8266-29F51A82FD68}">
  <ds:schemaRefs/>
</ds:datastoreItem>
</file>

<file path=customXml/itemProps7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8.xml><?xml version="1.0" encoding="utf-8"?>
<ds:datastoreItem xmlns:ds="http://schemas.openxmlformats.org/officeDocument/2006/customXml" ds:itemID="{9264A7C6-73F2-4A78-AE58-B921BC9D921C}">
  <ds:schemaRefs/>
</ds:datastoreItem>
</file>

<file path=customXml/itemProps9.xml><?xml version="1.0" encoding="utf-8"?>
<ds:datastoreItem xmlns:ds="http://schemas.openxmlformats.org/officeDocument/2006/customXml" ds:itemID="{F5CD6E9F-EB95-4B70-B601-F184015A4F9D}">
  <ds:schemaRefs/>
</ds:datastoreItem>
</file>

<file path=customXml/itemProps10.xml><?xml version="1.0" encoding="utf-8"?>
<ds:datastoreItem xmlns:ds="http://schemas.openxmlformats.org/officeDocument/2006/customXml" ds:itemID="{256B63E5-69B6-464D-863A-E47835EE7289}">
  <ds:schemaRefs/>
</ds:datastoreItem>
</file>

<file path=customXml/itemProps1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2.xml><?xml version="1.0" encoding="utf-8"?>
<ds:datastoreItem xmlns:ds="http://schemas.openxmlformats.org/officeDocument/2006/customXml" ds:itemID="{09A4C5C1-E379-42C2-9CE4-96EAD0C517EB}">
  <ds:schemaRefs/>
</ds:datastoreItem>
</file>

<file path=customXml/itemProps13.xml><?xml version="1.0" encoding="utf-8"?>
<ds:datastoreItem xmlns:ds="http://schemas.openxmlformats.org/officeDocument/2006/customXml" ds:itemID="{0A0F7F37-D167-4B30-B1F7-9A6095DD8E5E}">
  <ds:schemaRefs/>
</ds:datastoreItem>
</file>

<file path=customXml/itemProps14.xml><?xml version="1.0" encoding="utf-8"?>
<ds:datastoreItem xmlns:ds="http://schemas.openxmlformats.org/officeDocument/2006/customXml" ds:itemID="{1334258C-C3E7-4029-A615-C886A240FB15}">
  <ds:schemaRefs/>
</ds:datastoreItem>
</file>

<file path=customXml/itemProps15.xml><?xml version="1.0" encoding="utf-8"?>
<ds:datastoreItem xmlns:ds="http://schemas.openxmlformats.org/officeDocument/2006/customXml" ds:itemID="{27900B32-6883-412F-8FAC-916A5B87173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1272</Words>
  <Application>Microsoft Office PowerPoint</Application>
  <PresentationFormat>Custom</PresentationFormat>
  <Paragraphs>232</Paragraphs>
  <Slides>21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Gaussian approximation test</vt:lpstr>
      <vt:lpstr>Meandering</vt:lpstr>
      <vt:lpstr>Meandering: Gaussian fit</vt:lpstr>
      <vt:lpstr>Gaussian approximation test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19</cp:revision>
  <dcterms:created xsi:type="dcterms:W3CDTF">2026-10-05T14:51:38Z</dcterms:created>
  <dcterms:modified xsi:type="dcterms:W3CDTF">2026-10-25T19:29:16Z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