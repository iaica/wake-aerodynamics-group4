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62" r:id="rId16"/>
  </p:sldMasterIdLst>
  <p:notesMasterIdLst>
    <p:notesMasterId r:id="rId21"/>
  </p:notesMasterIdLst>
  <p:handoutMasterIdLst>
    <p:handoutMasterId r:id="rId22"/>
  </p:handoutMasterIdLst>
  <p:sldIdLst>
    <p:sldId id="500" r:id="rId17"/>
    <p:sldId id="502" r:id="rId18"/>
    <p:sldId id="505" r:id="rId19"/>
    <p:sldId id="504" r:id="rId20"/>
  </p:sldIdLst>
  <p:sldSz cx="12190413" cy="6858000"/>
  <p:notesSz cx="6858000" cy="9144000"/>
  <p:custDataLst>
    <p:tags r:id="rId23"/>
  </p:custDataLst>
  <p:defaultTextStyle>
    <a:defPPr>
      <a:defRPr lang="da-DK"/>
    </a:defPPr>
    <a:lvl1pPr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50000"/>
      </a:spcBef>
      <a:spcAft>
        <a:spcPct val="0"/>
      </a:spcAft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Verdana" pitchFamily="34" charset="0"/>
        <a:ea typeface="ＭＳ Ｐゴシック" pitchFamily="-80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9.10.2026" id="{0B5DC8F8-E1EE-42BB-8B04-6F1845B1FEAA}">
          <p14:sldIdLst>
            <p14:sldId id="500"/>
            <p14:sldId id="502"/>
          </p14:sldIdLst>
        </p14:section>
        <p14:section name="26.10.2026" id="{6BD670E4-1915-4540-9F17-215133EDEC5F}">
          <p14:sldIdLst>
            <p14:sldId id="505"/>
            <p14:sldId id="504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ttias Andersson" initials="MA" lastIdx="1" clrIdx="0">
    <p:extLst>
      <p:ext uri="{19B8F6BF-5375-455C-9EA6-DF929625EA0E}">
        <p15:presenceInfo xmlns:p15="http://schemas.microsoft.com/office/powerpoint/2012/main" userId="S-1-5-21-4207196655-1284807994-987816898-558702" providerId="AD"/>
      </p:ext>
    </p:extLst>
  </p:cmAuthor>
  <p:cmAuthor id="2" name="Microsoft Office User" initials="MOU" lastIdx="1" clrIdx="1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F3EEA"/>
    <a:srgbClr val="990000"/>
    <a:srgbClr val="000000"/>
    <a:srgbClr val="FFCC00"/>
    <a:srgbClr val="FF6600"/>
    <a:srgbClr val="FF0000"/>
    <a:srgbClr val="FF0099"/>
    <a:srgbClr val="CC3399"/>
    <a:srgbClr val="66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1E4AEA4-8DFA-4A89-87EB-49C32662AFE0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5820" autoAdjust="0"/>
  </p:normalViewPr>
  <p:slideViewPr>
    <p:cSldViewPr showGuides="1">
      <p:cViewPr varScale="1">
        <p:scale>
          <a:sx n="95" d="100"/>
          <a:sy n="95" d="100"/>
        </p:scale>
        <p:origin x="163" y="72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howGuides="1">
      <p:cViewPr varScale="1">
        <p:scale>
          <a:sx n="95" d="100"/>
          <a:sy n="95" d="100"/>
        </p:scale>
        <p:origin x="2512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ustomXml" Target="../customXml/item8.xml"/><Relationship Id="rId13" Type="http://schemas.openxmlformats.org/officeDocument/2006/relationships/customXml" Target="../customXml/item13.xml"/><Relationship Id="rId18" Type="http://schemas.openxmlformats.org/officeDocument/2006/relationships/slide" Target="slides/slide2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customXml" Target="../customXml/item7.xml"/><Relationship Id="rId12" Type="http://schemas.openxmlformats.org/officeDocument/2006/relationships/customXml" Target="../customXml/item12.xml"/><Relationship Id="rId17" Type="http://schemas.openxmlformats.org/officeDocument/2006/relationships/slide" Target="slides/slide1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Master" Target="slideMasters/slideMaster1.xml"/><Relationship Id="rId20" Type="http://schemas.openxmlformats.org/officeDocument/2006/relationships/slide" Target="slides/slide4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commentAuthors" Target="commentAuthors.xml"/><Relationship Id="rId5" Type="http://schemas.openxmlformats.org/officeDocument/2006/relationships/customXml" Target="../customXml/item5.xml"/><Relationship Id="rId15" Type="http://schemas.openxmlformats.org/officeDocument/2006/relationships/customXml" Target="../customXml/item15.xml"/><Relationship Id="rId23" Type="http://schemas.openxmlformats.org/officeDocument/2006/relationships/tags" Target="tags/tag1.xml"/><Relationship Id="rId28" Type="http://schemas.openxmlformats.org/officeDocument/2006/relationships/tableStyles" Target="tableStyles.xml"/><Relationship Id="rId10" Type="http://schemas.openxmlformats.org/officeDocument/2006/relationships/customXml" Target="../customXml/item10.xml"/><Relationship Id="rId19" Type="http://schemas.openxmlformats.org/officeDocument/2006/relationships/slide" Target="slides/slide3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customXml" Target="../customXml/item14.xml"/><Relationship Id="rId22" Type="http://schemas.openxmlformats.org/officeDocument/2006/relationships/handoutMaster" Target="handoutMasters/handoutMaster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/>
            </a:lvl1pPr>
          </a:lstStyle>
          <a:p>
            <a:endParaRPr lang="da-DK" dirty="0">
              <a:latin typeface="Arial" panose="020B0604020202020204" pitchFamily="34" charset="0"/>
            </a:endParaRPr>
          </a:p>
        </p:txBody>
      </p:sp>
      <p:sp>
        <p:nvSpPr>
          <p:cNvPr id="6349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/>
            </a:lvl1pPr>
          </a:lstStyle>
          <a:p>
            <a:fld id="{491ECFBD-4A0D-4BCF-98A8-E205F44719BF}" type="slidenum">
              <a:rPr lang="da-DK" smtClean="0">
                <a:latin typeface="Arial" panose="020B0604020202020204" pitchFamily="34" charset="0"/>
              </a:rPr>
              <a:pPr/>
              <a:t>‹#›</a:t>
            </a:fld>
            <a:endParaRPr lang="da-DK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8099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2588" y="685800"/>
            <a:ext cx="6092825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dirty="0" err="1"/>
              <a:t>Click</a:t>
            </a:r>
            <a:r>
              <a:rPr lang="da-DK" dirty="0"/>
              <a:t> to </a:t>
            </a:r>
            <a:r>
              <a:rPr lang="da-DK" dirty="0" err="1"/>
              <a:t>edit</a:t>
            </a:r>
            <a:r>
              <a:rPr lang="da-DK" dirty="0"/>
              <a:t> Master </a:t>
            </a:r>
            <a:r>
              <a:rPr lang="da-DK" dirty="0" err="1"/>
              <a:t>text</a:t>
            </a:r>
            <a:r>
              <a:rPr lang="da-DK" dirty="0"/>
              <a:t> </a:t>
            </a:r>
            <a:r>
              <a:rPr lang="da-DK" dirty="0" err="1"/>
              <a:t>styles</a:t>
            </a:r>
            <a:endParaRPr lang="da-DK" dirty="0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0"/>
              </a:spcBef>
              <a:defRPr sz="1200">
                <a:latin typeface="Arial" panose="020B0604020202020204" pitchFamily="34" charset="0"/>
              </a:defRPr>
            </a:lvl1pPr>
          </a:lstStyle>
          <a:p>
            <a:fld id="{C734BB09-483B-4C4B-A5A4-C02A22055B01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7783607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ＭＳ Ｐゴシック" pitchFamily="-80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5195879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3960C-3087-4D97-8CC6-70998846D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C8AD3E-0533-06BB-3203-46002FA3E4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9FB04C-D568-BA78-40CE-D3E8A41C0C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7A98D4-A1D9-500A-A6DB-69B465B98D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4BB09-483B-4C4B-A5A4-C02A22055B01}" type="slidenum">
              <a:rPr lang="da-DK" smtClean="0"/>
              <a:pPr/>
              <a:t>3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7359349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A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17C6C-7BC3-4888-BC29-FAB17565D11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E4668-D07F-4B96-9755-17540273485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AA7BA0-0B57-144D-AF9F-8BC95D0CF64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10" name="Logo white">
            <a:extLst>
              <a:ext uri="{FF2B5EF4-FFF2-40B4-BE49-F238E27FC236}">
                <a16:creationId xmlns:a16="http://schemas.microsoft.com/office/drawing/2014/main" id="{FC411777-B07F-B446-A2D9-F12CE6C3BB88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59D9FD-15D8-7961-FF15-3CC2DEAD55D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32272145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7514" userDrawn="1">
          <p15:clr>
            <a:srgbClr val="F26B43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49859" y="3545117"/>
            <a:ext cx="10840028" cy="2706458"/>
          </a:xfrm>
        </p:spPr>
        <p:txBody>
          <a:bodyPr anchor="t" anchorCtr="0"/>
          <a:lstStyle>
            <a:lvl1pPr>
              <a:lnSpc>
                <a:spcPct val="93000"/>
              </a:lnSpc>
              <a:defRPr sz="8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  <a:endParaRPr lang="en-GB"/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47072" y="1704975"/>
            <a:ext cx="10840028" cy="1660654"/>
          </a:xfrm>
        </p:spPr>
        <p:txBody>
          <a:bodyPr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buFontTx/>
              <a:buNone/>
              <a:defRPr sz="3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081365-8ADF-38B5-60FB-FC504490ABE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2259193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8A0E3C-0CE1-4BBF-A912-5A81BF3B7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FCA8860-CDAD-4F91-9292-2B11655C19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7A21B-9B48-4777-BF0D-9FB95719C2E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7C07BA-32CB-B6FD-0167-0426D7F6C11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187774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1117" userDrawn="1">
          <p15:clr>
            <a:srgbClr val="F26B43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EB1D5E1-0C4E-4A74-BE37-26307F7E2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36711"/>
            <a:ext cx="9312374" cy="562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74800" y="1706399"/>
            <a:ext cx="4410177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78001" y="1706399"/>
            <a:ext cx="4409100" cy="454680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2499420-B0E8-4C8A-8C00-E21262271AD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EE7F0E-E606-41AC-BBBF-B5AECB1112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0B325B-A25A-D56A-EF8C-3A7C961092A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24679606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8">
          <p15:clr>
            <a:srgbClr val="F26B43"/>
          </p15:clr>
        </p15:guide>
        <p15:guide id="2" pos="3896">
          <p15:clr>
            <a:srgbClr val="F26B43"/>
          </p15:clr>
        </p15:guide>
        <p15:guide id="3" pos="4205">
          <p15:clr>
            <a:srgbClr val="F26B43"/>
          </p15:clr>
        </p15:guide>
        <p15:guide id="4" pos="6984">
          <p15:clr>
            <a:srgbClr val="F26B43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90A2595F-A737-4D92-946C-EC0BBF885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726" y="849733"/>
            <a:ext cx="6048672" cy="54910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4726" y="1706328"/>
            <a:ext cx="6048672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331213" y="849734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31213" y="3563718"/>
            <a:ext cx="3859200" cy="25056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2986237-C7E2-4498-82A4-361A340A650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4EEF-2B63-484E-803A-4FCD66F243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815370-C44B-16D1-4345-7DCD91BF3A49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39226707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927" userDrawn="1">
          <p15:clr>
            <a:srgbClr val="F26B43"/>
          </p15:clr>
        </p15:guide>
        <p15:guide id="2" pos="5247" userDrawn="1">
          <p15:clr>
            <a:srgbClr val="F26B43"/>
          </p15:clr>
        </p15:guide>
        <p15:guide id="3" pos="1117" userDrawn="1">
          <p15:clr>
            <a:srgbClr val="F26B43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92213382-11A1-48CE-B0A0-D8A7D268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1360" y="836711"/>
            <a:ext cx="6865740" cy="56213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1360" y="1706328"/>
            <a:ext cx="6865740" cy="454557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565D29D0-EA4F-4318-8A82-6C2B200A712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31452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5B8511D-E10E-40C3-82A6-3DCDC97CF6C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" y="3968153"/>
            <a:ext cx="3708000" cy="24552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  <a:p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E26B732-1A52-4AA9-89FC-8FC5439E40D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5D0DC-E43F-43DA-AA0F-C0C54C8939F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C26095-B382-DC60-053F-48583B07F1BB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2835623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84" userDrawn="1">
          <p15:clr>
            <a:srgbClr val="F26B43"/>
          </p15:clr>
        </p15:guide>
        <p15:guide id="2" pos="2660" userDrawn="1">
          <p15:clr>
            <a:srgbClr val="F26B43"/>
          </p15:clr>
        </p15:guide>
        <p15:guide id="3" pos="2335" userDrawn="1">
          <p15:clr>
            <a:srgbClr val="F26B43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953C3-F3F7-4638-96F8-7CF20CB55E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650" y="980727"/>
            <a:ext cx="3740400" cy="41811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CC0DB591-4602-46B3-B1C3-1E64148AB9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407150"/>
            <a:ext cx="3740400" cy="184442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8416079-1CFC-426F-A6ED-5AB355FC54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27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358873C-68BF-4E89-B536-B3248F2B25FE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4222750" y="4406899"/>
            <a:ext cx="3740401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69A0E900-1FE2-4CC1-B435-93F3A118935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97850" y="979200"/>
            <a:ext cx="3740400" cy="417767"/>
          </a:xfrm>
        </p:spPr>
        <p:txBody>
          <a:bodyPr anchor="b" anchorCtr="0"/>
          <a:lstStyle>
            <a:lvl1pPr marL="0" indent="0">
              <a:buNone/>
              <a:defRPr sz="2400" b="1"/>
            </a:lvl1pPr>
            <a:lvl2pPr marL="0" indent="0">
              <a:buNone/>
              <a:defRPr sz="2400" b="1"/>
            </a:lvl2pPr>
            <a:lvl3pPr marL="0" indent="0">
              <a:buNone/>
              <a:defRPr sz="2400" b="1"/>
            </a:lvl3pPr>
            <a:lvl4pPr marL="0" indent="0">
              <a:buNone/>
              <a:defRPr sz="2400" b="1"/>
            </a:lvl4pPr>
            <a:lvl5pPr marL="0" indent="0">
              <a:buNone/>
              <a:defRPr sz="2400" b="1"/>
            </a:lvl5pPr>
          </a:lstStyle>
          <a:p>
            <a:pPr lvl="0"/>
            <a:r>
              <a:rPr lang="en-GB"/>
              <a:t>Click to add title one line</a:t>
            </a:r>
            <a:endParaRPr lang="en-GB" dirty="0"/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E094886A-F110-4851-B1DA-8DFC40D509F8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8197850" y="4406899"/>
            <a:ext cx="3740400" cy="1844675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1B02311-54A6-4455-B615-BBCA0DA742E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47650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3" name="Picture Placeholder 8">
            <a:extLst>
              <a:ext uri="{FF2B5EF4-FFF2-40B4-BE49-F238E27FC236}">
                <a16:creationId xmlns:a16="http://schemas.microsoft.com/office/drawing/2014/main" id="{710A5827-3485-49A0-81F0-FF89EE34B80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223149" y="1548581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E27B0558-FCB8-4A55-9BA9-182DFF0387F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198648" y="1546282"/>
            <a:ext cx="3740400" cy="2664000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the placeholder and paste image via Skyfish icon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46B4F-F02C-40EC-9B70-932B18214C6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7EB69-BB5A-407E-BF0A-1CB9B24506D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A55474-F7C5-8595-5CCC-39641AF009EB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8863740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156">
          <p15:clr>
            <a:srgbClr val="F26B43"/>
          </p15:clr>
        </p15:guide>
        <p15:guide id="2" pos="7522" userDrawn="1">
          <p15:clr>
            <a:srgbClr val="F26B43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297DEAA-3B7B-49C7-8C28-3F21F36A9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1F74546-9D06-4CF7-806D-E04B043BF5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53AB3-8AAF-469F-AD3F-AE5E1A39D7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0ACE46-7CDE-36FE-2F3D-4211E75A488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1208455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17" userDrawn="1">
          <p15:clr>
            <a:srgbClr val="F26B43"/>
          </p15:clr>
        </p15:guide>
        <p15:guide id="2" pos="6984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ogo og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75ABF-082F-4A38-B952-09157E37A8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39F3A-7714-4FD6-9132-D60FFA220D9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5A548B-56FD-2AAD-2E9D-6703F282FCC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266926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ront/Pause 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ackground">
            <a:extLst>
              <a:ext uri="{FF2B5EF4-FFF2-40B4-BE49-F238E27FC236}">
                <a16:creationId xmlns:a16="http://schemas.microsoft.com/office/drawing/2014/main" id="{AF9D3C51-A276-4E1F-B6B6-FD6A4E17EE28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C9776080-6230-4AB8-AB28-4D6744DD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B7FFAE6-D148-4A15-9DFC-7D71B8202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3125B57E-AFC7-4517-B327-461DB01D2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0" name="Logo color">
            <a:extLst>
              <a:ext uri="{FF2B5EF4-FFF2-40B4-BE49-F238E27FC236}">
                <a16:creationId xmlns:a16="http://schemas.microsoft.com/office/drawing/2014/main" id="{B0EE486B-843B-49D6-90AE-5093AB56E30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21786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/Paus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">
            <a:extLst>
              <a:ext uri="{FF2B5EF4-FFF2-40B4-BE49-F238E27FC236}">
                <a16:creationId xmlns:a16="http://schemas.microsoft.com/office/drawing/2014/main" id="{A3420087-96DF-432F-B192-585D42BF6A4E}"/>
              </a:ext>
            </a:extLst>
          </p:cNvPr>
          <p:cNvSpPr/>
          <p:nvPr userDrawn="1"/>
        </p:nvSpPr>
        <p:spPr bwMode="auto">
          <a:xfrm>
            <a:off x="0" y="0"/>
            <a:ext cx="12193200" cy="6861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ＭＳ Ｐゴシック" pitchFamily="-80" charset="-128"/>
            </a:endParaRPr>
          </a:p>
        </p:txBody>
      </p:sp>
      <p:sp>
        <p:nvSpPr>
          <p:cNvPr id="13" name="Logo color">
            <a:extLst>
              <a:ext uri="{FF2B5EF4-FFF2-40B4-BE49-F238E27FC236}">
                <a16:creationId xmlns:a16="http://schemas.microsoft.com/office/drawing/2014/main" id="{09BBEE10-6A59-474F-B766-7643F97F869F}"/>
              </a:ext>
            </a:extLst>
          </p:cNvPr>
          <p:cNvSpPr>
            <a:spLocks noChangeAspect="1"/>
          </p:cNvSpPr>
          <p:nvPr userDrawn="1">
            <p:custDataLst>
              <p:tags r:id="rId1"/>
            </p:custDataLst>
          </p:nvPr>
        </p:nvSpPr>
        <p:spPr bwMode="auto">
          <a:xfrm>
            <a:off x="4870539" y="1651373"/>
            <a:ext cx="2388323" cy="3483354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2F3EE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 dirty="0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F062B26-8169-4B93-8FD8-CFDB0855A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Date</a:t>
            </a:r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CA59923C-6F09-424E-AF1E-AC62326A9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4C299FA2-BF46-4410-B2CD-E3C80B7A9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flipV="1">
            <a:off x="0" y="6912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4C8C45C-947F-4981-8B3F-4F32E973C901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" name="Bottom bar">
            <a:extLst>
              <a:ext uri="{FF2B5EF4-FFF2-40B4-BE49-F238E27FC236}">
                <a16:creationId xmlns:a16="http://schemas.microsoft.com/office/drawing/2014/main" id="{495865CE-5BE9-4122-8AB8-48E534DD88F7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2" name="Top bar">
            <a:extLst>
              <a:ext uri="{FF2B5EF4-FFF2-40B4-BE49-F238E27FC236}">
                <a16:creationId xmlns:a16="http://schemas.microsoft.com/office/drawing/2014/main" id="{0D436479-94F3-475C-8F8D-D3CDC81793FD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6376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cell data - do not delete" hidden="1">
            <a:extLst>
              <a:ext uri="{FF2B5EF4-FFF2-40B4-BE49-F238E27FC236}">
                <a16:creationId xmlns:a16="http://schemas.microsoft.com/office/drawing/2014/main" id="{DC7E6E99-47FE-2308-91AC-209AB3E0486C}"/>
              </a:ext>
            </a:extLst>
          </p:cNvPr>
          <p:cNvGraphicFramePr>
            <a:graphicFrameLocks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387931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15" imgW="484" imgH="486" progId="TCLayout.ActiveDocument.1">
                  <p:embed/>
                </p:oleObj>
              </mc:Choice>
              <mc:Fallback>
                <p:oleObj name="thinkcell Slide" r:id="rId15" imgW="484" imgH="48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Bottom bar">
            <a:extLst>
              <a:ext uri="{FF2B5EF4-FFF2-40B4-BE49-F238E27FC236}">
                <a16:creationId xmlns:a16="http://schemas.microsoft.com/office/drawing/2014/main" id="{FFFFD011-0D94-46EE-B45C-787FE82C3B5E}"/>
              </a:ext>
            </a:extLst>
          </p:cNvPr>
          <p:cNvSpPr/>
          <p:nvPr userDrawn="1"/>
        </p:nvSpPr>
        <p:spPr bwMode="auto">
          <a:xfrm>
            <a:off x="0" y="6541200"/>
            <a:ext cx="12193200" cy="316800"/>
          </a:xfrm>
          <a:prstGeom prst="rect">
            <a:avLst/>
          </a:prstGeom>
          <a:solidFill>
            <a:schemeClr val="accent2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3" name="FLD_Presentation Title"/>
          <p:cNvSpPr>
            <a:spLocks noGrp="1"/>
          </p:cNvSpPr>
          <p:nvPr>
            <p:ph type="ftr" sz="quarter" idx="3"/>
          </p:nvPr>
        </p:nvSpPr>
        <p:spPr>
          <a:xfrm>
            <a:off x="4787466" y="6541200"/>
            <a:ext cx="3286894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ctr">
              <a:spcBef>
                <a:spcPts val="0"/>
              </a:spcBef>
              <a:defRPr sz="7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GB" dirty="0"/>
              <a:t>Footer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11506450" y="6541200"/>
            <a:ext cx="432600" cy="316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700" b="1">
                <a:solidFill>
                  <a:schemeClr val="bg1"/>
                </a:solidFill>
                <a:latin typeface="+mn-lt"/>
              </a:defRPr>
            </a:lvl1pPr>
          </a:lstStyle>
          <a:p>
            <a:fld id="{103EA872-A674-449B-A120-B97244F8E91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4726" y="885647"/>
            <a:ext cx="9312374" cy="5131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4726" y="1706328"/>
            <a:ext cx="9312374" cy="45455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text" descr="{&quot;templafy&quot;:{&quot;id&quot;:&quot;19920dab-3faa-4eb9-b064-a1f7031a4d5a&quot;}}" title="Form.PresentationTitle">
            <a:extLst>
              <a:ext uri="{FF2B5EF4-FFF2-40B4-BE49-F238E27FC236}">
                <a16:creationId xmlns:a16="http://schemas.microsoft.com/office/drawing/2014/main" id="{06B09BDB-1C7D-4F8A-8F1B-82D88054A428}"/>
              </a:ext>
            </a:extLst>
          </p:cNvPr>
          <p:cNvSpPr txBox="1"/>
          <p:nvPr userDrawn="1"/>
        </p:nvSpPr>
        <p:spPr>
          <a:xfrm>
            <a:off x="8564558" y="6541200"/>
            <a:ext cx="2522540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endParaRPr lang="en-GB" sz="7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" name="Top bar">
            <a:extLst>
              <a:ext uri="{FF2B5EF4-FFF2-40B4-BE49-F238E27FC236}">
                <a16:creationId xmlns:a16="http://schemas.microsoft.com/office/drawing/2014/main" id="{35912424-89BF-4A93-9096-3282916C71FE}"/>
              </a:ext>
            </a:extLst>
          </p:cNvPr>
          <p:cNvSpPr/>
          <p:nvPr userDrawn="1"/>
        </p:nvSpPr>
        <p:spPr bwMode="auto">
          <a:xfrm>
            <a:off x="0" y="0"/>
            <a:ext cx="12193200" cy="50400"/>
          </a:xfrm>
          <a:prstGeom prst="rect">
            <a:avLst/>
          </a:prstGeom>
          <a:solidFill>
            <a:srgbClr val="2F3EEA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ts val="432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normalizeH="0" baseline="0" dirty="0" err="1">
              <a:ln>
                <a:noFill/>
              </a:ln>
              <a:solidFill>
                <a:srgbClr val="FFFFFF"/>
              </a:solidFill>
              <a:effectLst/>
              <a:latin typeface="+mn-lt"/>
              <a:ea typeface="ＭＳ Ｐゴシック" pitchFamily="-80" charset="-128"/>
            </a:endParaRPr>
          </a:p>
        </p:txBody>
      </p:sp>
      <p:sp>
        <p:nvSpPr>
          <p:cNvPr id="15" name="text" descr="{&quot;templafy&quot;:{&quot;id&quot;:&quot;1d6d75e4-e54c-4658-81fb-d02b8c297025&quot;}}" title="UserProfile.Offices.Workarea_{{DocumentLanguage}}">
            <a:extLst>
              <a:ext uri="{FF2B5EF4-FFF2-40B4-BE49-F238E27FC236}">
                <a16:creationId xmlns:a16="http://schemas.microsoft.com/office/drawing/2014/main" id="{52A04EE2-4A75-1E49-9D82-29FF9A12D0B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927127" y="6541200"/>
            <a:ext cx="927720" cy="31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/>
          <a:lstStyle/>
          <a:p>
            <a:pPr algn="l" eaLnBrk="0" hangingPunct="0">
              <a:spcBef>
                <a:spcPct val="0"/>
              </a:spcBef>
            </a:pPr>
            <a:r>
              <a:rPr lang="en-GB" sz="700" b="1" dirty="0">
                <a:solidFill>
                  <a:schemeClr val="bg1"/>
                </a:solidFill>
                <a:latin typeface="+mn-lt"/>
              </a:rPr>
              <a:t>DTU Wind</a:t>
            </a:r>
          </a:p>
        </p:txBody>
      </p:sp>
      <p:sp>
        <p:nvSpPr>
          <p:cNvPr id="17" name="text" descr="{&quot;templafy&quot;:{&quot;id&quot;:&quot;95942039-e519-4580-99a4-52d31a0ae7a7&quot;}}" title="Form.PresentationTitle">
            <a:extLst>
              <a:ext uri="{FF2B5EF4-FFF2-40B4-BE49-F238E27FC236}">
                <a16:creationId xmlns:a16="http://schemas.microsoft.com/office/drawing/2014/main" id="{ADFFD43E-0E9D-0F4E-9CAF-179B98B1E984}"/>
              </a:ext>
            </a:extLst>
          </p:cNvPr>
          <p:cNvSpPr txBox="1"/>
          <p:nvPr userDrawn="1"/>
        </p:nvSpPr>
        <p:spPr>
          <a:xfrm>
            <a:off x="8831510" y="6541200"/>
            <a:ext cx="2407988" cy="316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algn="r"/>
            <a:r>
              <a:rPr lang="en-GB" sz="700" dirty="0">
                <a:solidFill>
                  <a:schemeClr val="bg1"/>
                </a:solidFill>
                <a:latin typeface="+mn-lt"/>
              </a:rPr>
              <a:t>[Division / Section]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288060B-D441-3246-8E00-9B5DEC362BF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29" r="25904"/>
          <a:stretch/>
        </p:blipFill>
        <p:spPr>
          <a:xfrm>
            <a:off x="11290043" y="252716"/>
            <a:ext cx="637811" cy="611284"/>
          </a:xfrm>
          <a:prstGeom prst="rect">
            <a:avLst/>
          </a:prstGeom>
        </p:spPr>
      </p:pic>
      <p:sp>
        <p:nvSpPr>
          <p:cNvPr id="14" name="Logo color">
            <a:extLst>
              <a:ext uri="{FF2B5EF4-FFF2-40B4-BE49-F238E27FC236}">
                <a16:creationId xmlns:a16="http://schemas.microsoft.com/office/drawing/2014/main" id="{B9E9A3C6-77B1-3443-8EE6-564C767EAE72}"/>
              </a:ext>
            </a:extLst>
          </p:cNvPr>
          <p:cNvSpPr>
            <a:spLocks noChangeAspect="1"/>
          </p:cNvSpPr>
          <p:nvPr userDrawn="1">
            <p:custDataLst>
              <p:tags r:id="rId14"/>
            </p:custDataLst>
          </p:nvPr>
        </p:nvSpPr>
        <p:spPr bwMode="auto">
          <a:xfrm>
            <a:off x="252000" y="252000"/>
            <a:ext cx="419611" cy="612000"/>
          </a:xfrm>
          <a:custGeom>
            <a:avLst/>
            <a:gdLst>
              <a:gd name="connsiteX0" fmla="*/ 1050029 w 4933949"/>
              <a:gd name="connsiteY0" fmla="*/ 6094413 h 7196138"/>
              <a:gd name="connsiteX1" fmla="*/ 3883920 w 4933949"/>
              <a:gd name="connsiteY1" fmla="*/ 6094413 h 7196138"/>
              <a:gd name="connsiteX2" fmla="*/ 4933949 w 4933949"/>
              <a:gd name="connsiteY2" fmla="*/ 6645934 h 7196138"/>
              <a:gd name="connsiteX3" fmla="*/ 3883920 w 4933949"/>
              <a:gd name="connsiteY3" fmla="*/ 7196138 h 7196138"/>
              <a:gd name="connsiteX4" fmla="*/ 1050029 w 4933949"/>
              <a:gd name="connsiteY4" fmla="*/ 7196138 h 7196138"/>
              <a:gd name="connsiteX5" fmla="*/ 0 w 4933949"/>
              <a:gd name="connsiteY5" fmla="*/ 6645934 h 7196138"/>
              <a:gd name="connsiteX6" fmla="*/ 1050029 w 4933949"/>
              <a:gd name="connsiteY6" fmla="*/ 6094413 h 7196138"/>
              <a:gd name="connsiteX7" fmla="*/ 1050029 w 4933949"/>
              <a:gd name="connsiteY7" fmla="*/ 4730750 h 7196138"/>
              <a:gd name="connsiteX8" fmla="*/ 3883920 w 4933949"/>
              <a:gd name="connsiteY8" fmla="*/ 4730750 h 7196138"/>
              <a:gd name="connsiteX9" fmla="*/ 4933949 w 4933949"/>
              <a:gd name="connsiteY9" fmla="*/ 5283066 h 7196138"/>
              <a:gd name="connsiteX10" fmla="*/ 3883920 w 4933949"/>
              <a:gd name="connsiteY10" fmla="*/ 5834063 h 7196138"/>
              <a:gd name="connsiteX11" fmla="*/ 1050029 w 4933949"/>
              <a:gd name="connsiteY11" fmla="*/ 5834063 h 7196138"/>
              <a:gd name="connsiteX12" fmla="*/ 0 w 4933949"/>
              <a:gd name="connsiteY12" fmla="*/ 5283066 h 7196138"/>
              <a:gd name="connsiteX13" fmla="*/ 1050029 w 4933949"/>
              <a:gd name="connsiteY13" fmla="*/ 4730750 h 7196138"/>
              <a:gd name="connsiteX14" fmla="*/ 1050029 w 4933949"/>
              <a:gd name="connsiteY14" fmla="*/ 3368675 h 7196138"/>
              <a:gd name="connsiteX15" fmla="*/ 3883920 w 4933949"/>
              <a:gd name="connsiteY15" fmla="*/ 3368675 h 7196138"/>
              <a:gd name="connsiteX16" fmla="*/ 4933949 w 4933949"/>
              <a:gd name="connsiteY16" fmla="*/ 3920991 h 7196138"/>
              <a:gd name="connsiteX17" fmla="*/ 3883920 w 4933949"/>
              <a:gd name="connsiteY17" fmla="*/ 4471988 h 7196138"/>
              <a:gd name="connsiteX18" fmla="*/ 1050029 w 4933949"/>
              <a:gd name="connsiteY18" fmla="*/ 4471988 h 7196138"/>
              <a:gd name="connsiteX19" fmla="*/ 0 w 4933949"/>
              <a:gd name="connsiteY19" fmla="*/ 3920991 h 7196138"/>
              <a:gd name="connsiteX20" fmla="*/ 1050029 w 4933949"/>
              <a:gd name="connsiteY20" fmla="*/ 3368675 h 7196138"/>
              <a:gd name="connsiteX21" fmla="*/ 678543 w 4933949"/>
              <a:gd name="connsiteY21" fmla="*/ 305710 h 7196138"/>
              <a:gd name="connsiteX22" fmla="*/ 678543 w 4933949"/>
              <a:gd name="connsiteY22" fmla="*/ 2307316 h 7196138"/>
              <a:gd name="connsiteX23" fmla="*/ 909109 w 4933949"/>
              <a:gd name="connsiteY23" fmla="*/ 2307316 h 7196138"/>
              <a:gd name="connsiteX24" fmla="*/ 1119911 w 4933949"/>
              <a:gd name="connsiteY24" fmla="*/ 2234842 h 7196138"/>
              <a:gd name="connsiteX25" fmla="*/ 1198962 w 4933949"/>
              <a:gd name="connsiteY25" fmla="*/ 1615517 h 7196138"/>
              <a:gd name="connsiteX26" fmla="*/ 1198962 w 4933949"/>
              <a:gd name="connsiteY26" fmla="*/ 996191 h 7196138"/>
              <a:gd name="connsiteX27" fmla="*/ 1119911 w 4933949"/>
              <a:gd name="connsiteY27" fmla="*/ 378184 h 7196138"/>
              <a:gd name="connsiteX28" fmla="*/ 909109 w 4933949"/>
              <a:gd name="connsiteY28" fmla="*/ 305710 h 7196138"/>
              <a:gd name="connsiteX29" fmla="*/ 678543 w 4933949"/>
              <a:gd name="connsiteY29" fmla="*/ 305710 h 7196138"/>
              <a:gd name="connsiteX30" fmla="*/ 1842869 w 4933949"/>
              <a:gd name="connsiteY30" fmla="*/ 0 h 7196138"/>
              <a:gd name="connsiteX31" fmla="*/ 3073618 w 4933949"/>
              <a:gd name="connsiteY31" fmla="*/ 0 h 7196138"/>
              <a:gd name="connsiteX32" fmla="*/ 3114467 w 4933949"/>
              <a:gd name="connsiteY32" fmla="*/ 14495 h 7196138"/>
              <a:gd name="connsiteX33" fmla="*/ 3128962 w 4933949"/>
              <a:gd name="connsiteY33" fmla="*/ 54027 h 7196138"/>
              <a:gd name="connsiteX34" fmla="*/ 3128962 w 4933949"/>
              <a:gd name="connsiteY34" fmla="*/ 275402 h 7196138"/>
              <a:gd name="connsiteX35" fmla="*/ 3114467 w 4933949"/>
              <a:gd name="connsiteY35" fmla="*/ 314934 h 7196138"/>
              <a:gd name="connsiteX36" fmla="*/ 3073618 w 4933949"/>
              <a:gd name="connsiteY36" fmla="*/ 329429 h 7196138"/>
              <a:gd name="connsiteX37" fmla="*/ 2679620 w 4933949"/>
              <a:gd name="connsiteY37" fmla="*/ 329429 h 7196138"/>
              <a:gd name="connsiteX38" fmla="*/ 2679620 w 4933949"/>
              <a:gd name="connsiteY38" fmla="*/ 2558999 h 7196138"/>
              <a:gd name="connsiteX39" fmla="*/ 2665125 w 4933949"/>
              <a:gd name="connsiteY39" fmla="*/ 2598530 h 7196138"/>
              <a:gd name="connsiteX40" fmla="*/ 2625594 w 4933949"/>
              <a:gd name="connsiteY40" fmla="*/ 2613025 h 7196138"/>
              <a:gd name="connsiteX41" fmla="*/ 2290893 w 4933949"/>
              <a:gd name="connsiteY41" fmla="*/ 2613025 h 7196138"/>
              <a:gd name="connsiteX42" fmla="*/ 2250044 w 4933949"/>
              <a:gd name="connsiteY42" fmla="*/ 2598530 h 7196138"/>
              <a:gd name="connsiteX43" fmla="*/ 2235549 w 4933949"/>
              <a:gd name="connsiteY43" fmla="*/ 2558999 h 7196138"/>
              <a:gd name="connsiteX44" fmla="*/ 2235549 w 4933949"/>
              <a:gd name="connsiteY44" fmla="*/ 329429 h 7196138"/>
              <a:gd name="connsiteX45" fmla="*/ 1842869 w 4933949"/>
              <a:gd name="connsiteY45" fmla="*/ 329429 h 7196138"/>
              <a:gd name="connsiteX46" fmla="*/ 1802020 w 4933949"/>
              <a:gd name="connsiteY46" fmla="*/ 314934 h 7196138"/>
              <a:gd name="connsiteX47" fmla="*/ 1787525 w 4933949"/>
              <a:gd name="connsiteY47" fmla="*/ 275402 h 7196138"/>
              <a:gd name="connsiteX48" fmla="*/ 1787525 w 4933949"/>
              <a:gd name="connsiteY48" fmla="*/ 54027 h 7196138"/>
              <a:gd name="connsiteX49" fmla="*/ 1802020 w 4933949"/>
              <a:gd name="connsiteY49" fmla="*/ 14495 h 7196138"/>
              <a:gd name="connsiteX50" fmla="*/ 1842869 w 4933949"/>
              <a:gd name="connsiteY50" fmla="*/ 0 h 7196138"/>
              <a:gd name="connsiteX51" fmla="*/ 317544 w 4933949"/>
              <a:gd name="connsiteY51" fmla="*/ 0 h 7196138"/>
              <a:gd name="connsiteX52" fmla="*/ 972349 w 4933949"/>
              <a:gd name="connsiteY52" fmla="*/ 0 h 7196138"/>
              <a:gd name="connsiteX53" fmla="*/ 1476958 w 4933949"/>
              <a:gd name="connsiteY53" fmla="*/ 179209 h 7196138"/>
              <a:gd name="connsiteX54" fmla="*/ 1619250 w 4933949"/>
              <a:gd name="connsiteY54" fmla="*/ 1025181 h 7196138"/>
              <a:gd name="connsiteX55" fmla="*/ 1619250 w 4933949"/>
              <a:gd name="connsiteY55" fmla="*/ 1587845 h 7196138"/>
              <a:gd name="connsiteX56" fmla="*/ 1476958 w 4933949"/>
              <a:gd name="connsiteY56" fmla="*/ 2433816 h 7196138"/>
              <a:gd name="connsiteX57" fmla="*/ 972349 w 4933949"/>
              <a:gd name="connsiteY57" fmla="*/ 2613025 h 7196138"/>
              <a:gd name="connsiteX58" fmla="*/ 317544 w 4933949"/>
              <a:gd name="connsiteY58" fmla="*/ 2613025 h 7196138"/>
              <a:gd name="connsiteX59" fmla="*/ 278018 w 4933949"/>
              <a:gd name="connsiteY59" fmla="*/ 2598530 h 7196138"/>
              <a:gd name="connsiteX60" fmla="*/ 263525 w 4933949"/>
              <a:gd name="connsiteY60" fmla="*/ 2558999 h 7196138"/>
              <a:gd name="connsiteX61" fmla="*/ 263525 w 4933949"/>
              <a:gd name="connsiteY61" fmla="*/ 54027 h 7196138"/>
              <a:gd name="connsiteX62" fmla="*/ 278018 w 4933949"/>
              <a:gd name="connsiteY62" fmla="*/ 14495 h 7196138"/>
              <a:gd name="connsiteX63" fmla="*/ 317544 w 4933949"/>
              <a:gd name="connsiteY63" fmla="*/ 0 h 7196138"/>
              <a:gd name="connsiteX64" fmla="*/ 3359213 w 4933949"/>
              <a:gd name="connsiteY64" fmla="*/ 0 h 7196138"/>
              <a:gd name="connsiteX65" fmla="*/ 3664991 w 4933949"/>
              <a:gd name="connsiteY65" fmla="*/ 0 h 7196138"/>
              <a:gd name="connsiteX66" fmla="*/ 3705850 w 4933949"/>
              <a:gd name="connsiteY66" fmla="*/ 14497 h 7196138"/>
              <a:gd name="connsiteX67" fmla="*/ 3720348 w 4933949"/>
              <a:gd name="connsiteY67" fmla="*/ 54035 h 7196138"/>
              <a:gd name="connsiteX68" fmla="*/ 3720348 w 4933949"/>
              <a:gd name="connsiteY68" fmla="*/ 1903062 h 7196138"/>
              <a:gd name="connsiteX69" fmla="*/ 3798111 w 4933949"/>
              <a:gd name="connsiteY69" fmla="*/ 2279984 h 7196138"/>
              <a:gd name="connsiteX70" fmla="*/ 3976042 w 4933949"/>
              <a:gd name="connsiteY70" fmla="*/ 2349833 h 7196138"/>
              <a:gd name="connsiteX71" fmla="*/ 4163200 w 4933949"/>
              <a:gd name="connsiteY71" fmla="*/ 2279984 h 7196138"/>
              <a:gd name="connsiteX72" fmla="*/ 4240963 w 4933949"/>
              <a:gd name="connsiteY72" fmla="*/ 1903062 h 7196138"/>
              <a:gd name="connsiteX73" fmla="*/ 4240963 w 4933949"/>
              <a:gd name="connsiteY73" fmla="*/ 54035 h 7196138"/>
              <a:gd name="connsiteX74" fmla="*/ 4255461 w 4933949"/>
              <a:gd name="connsiteY74" fmla="*/ 14497 h 7196138"/>
              <a:gd name="connsiteX75" fmla="*/ 4295001 w 4933949"/>
              <a:gd name="connsiteY75" fmla="*/ 0 h 7196138"/>
              <a:gd name="connsiteX76" fmla="*/ 4602098 w 4933949"/>
              <a:gd name="connsiteY76" fmla="*/ 0 h 7196138"/>
              <a:gd name="connsiteX77" fmla="*/ 4641638 w 4933949"/>
              <a:gd name="connsiteY77" fmla="*/ 14497 h 7196138"/>
              <a:gd name="connsiteX78" fmla="*/ 4656136 w 4933949"/>
              <a:gd name="connsiteY78" fmla="*/ 54035 h 7196138"/>
              <a:gd name="connsiteX79" fmla="*/ 4656136 w 4933949"/>
              <a:gd name="connsiteY79" fmla="*/ 1904380 h 7196138"/>
              <a:gd name="connsiteX80" fmla="*/ 4507201 w 4933949"/>
              <a:gd name="connsiteY80" fmla="*/ 2459220 h 7196138"/>
              <a:gd name="connsiteX81" fmla="*/ 3981314 w 4933949"/>
              <a:gd name="connsiteY81" fmla="*/ 2646363 h 7196138"/>
              <a:gd name="connsiteX82" fmla="*/ 3447519 w 4933949"/>
              <a:gd name="connsiteY82" fmla="*/ 2459220 h 7196138"/>
              <a:gd name="connsiteX83" fmla="*/ 3305174 w 4933949"/>
              <a:gd name="connsiteY83" fmla="*/ 1904380 h 7196138"/>
              <a:gd name="connsiteX84" fmla="*/ 3305174 w 4933949"/>
              <a:gd name="connsiteY84" fmla="*/ 54035 h 7196138"/>
              <a:gd name="connsiteX85" fmla="*/ 3318354 w 4933949"/>
              <a:gd name="connsiteY85" fmla="*/ 14497 h 7196138"/>
              <a:gd name="connsiteX86" fmla="*/ 3359213 w 4933949"/>
              <a:gd name="connsiteY86" fmla="*/ 0 h 7196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4933949" h="7196138">
                <a:moveTo>
                  <a:pt x="1050029" y="6094413"/>
                </a:moveTo>
                <a:cubicBezTo>
                  <a:pt x="2409664" y="6623557"/>
                  <a:pt x="2524285" y="6623557"/>
                  <a:pt x="3883920" y="6094413"/>
                </a:cubicBezTo>
                <a:cubicBezTo>
                  <a:pt x="3883920" y="6094413"/>
                  <a:pt x="3883920" y="6094413"/>
                  <a:pt x="4933949" y="6645934"/>
                </a:cubicBezTo>
                <a:cubicBezTo>
                  <a:pt x="4933949" y="6645934"/>
                  <a:pt x="4933949" y="6645934"/>
                  <a:pt x="3883920" y="7196138"/>
                </a:cubicBezTo>
                <a:cubicBezTo>
                  <a:pt x="2524285" y="6668311"/>
                  <a:pt x="2409664" y="6668311"/>
                  <a:pt x="1050029" y="7196138"/>
                </a:cubicBezTo>
                <a:cubicBezTo>
                  <a:pt x="1050029" y="7196138"/>
                  <a:pt x="1050029" y="7196138"/>
                  <a:pt x="0" y="6645934"/>
                </a:cubicBezTo>
                <a:cubicBezTo>
                  <a:pt x="0" y="6645934"/>
                  <a:pt x="0" y="6645934"/>
                  <a:pt x="1050029" y="6094413"/>
                </a:cubicBezTo>
                <a:close/>
                <a:moveTo>
                  <a:pt x="1050029" y="4730750"/>
                </a:moveTo>
                <a:cubicBezTo>
                  <a:pt x="2409664" y="5260657"/>
                  <a:pt x="2524285" y="5260657"/>
                  <a:pt x="3883920" y="4730750"/>
                </a:cubicBezTo>
                <a:cubicBezTo>
                  <a:pt x="3883920" y="4730750"/>
                  <a:pt x="3883920" y="4730750"/>
                  <a:pt x="4933949" y="5283066"/>
                </a:cubicBezTo>
                <a:cubicBezTo>
                  <a:pt x="4933949" y="5283066"/>
                  <a:pt x="4933949" y="5283066"/>
                  <a:pt x="3883920" y="5834063"/>
                </a:cubicBezTo>
                <a:cubicBezTo>
                  <a:pt x="2524285" y="5305475"/>
                  <a:pt x="2409664" y="5305475"/>
                  <a:pt x="1050029" y="5834063"/>
                </a:cubicBezTo>
                <a:cubicBezTo>
                  <a:pt x="1050029" y="5834063"/>
                  <a:pt x="1050029" y="5834063"/>
                  <a:pt x="0" y="5283066"/>
                </a:cubicBezTo>
                <a:cubicBezTo>
                  <a:pt x="0" y="5283066"/>
                  <a:pt x="0" y="5283066"/>
                  <a:pt x="1050029" y="4730750"/>
                </a:cubicBezTo>
                <a:close/>
                <a:moveTo>
                  <a:pt x="1050029" y="3368675"/>
                </a:moveTo>
                <a:cubicBezTo>
                  <a:pt x="2409664" y="3898582"/>
                  <a:pt x="2524285" y="3898582"/>
                  <a:pt x="3883920" y="3368675"/>
                </a:cubicBezTo>
                <a:cubicBezTo>
                  <a:pt x="3883920" y="3368675"/>
                  <a:pt x="3883920" y="3368675"/>
                  <a:pt x="4933949" y="3920991"/>
                </a:cubicBezTo>
                <a:cubicBezTo>
                  <a:pt x="4933949" y="3920991"/>
                  <a:pt x="4933949" y="3920991"/>
                  <a:pt x="3883920" y="4471988"/>
                </a:cubicBezTo>
                <a:cubicBezTo>
                  <a:pt x="2524285" y="3943400"/>
                  <a:pt x="2409664" y="3943400"/>
                  <a:pt x="1050029" y="4471988"/>
                </a:cubicBezTo>
                <a:cubicBezTo>
                  <a:pt x="1050029" y="4471988"/>
                  <a:pt x="1050029" y="4471988"/>
                  <a:pt x="0" y="3920991"/>
                </a:cubicBezTo>
                <a:cubicBezTo>
                  <a:pt x="0" y="3920991"/>
                  <a:pt x="0" y="3920991"/>
                  <a:pt x="1050029" y="3368675"/>
                </a:cubicBezTo>
                <a:close/>
                <a:moveTo>
                  <a:pt x="678543" y="305710"/>
                </a:moveTo>
                <a:lnTo>
                  <a:pt x="678543" y="2307316"/>
                </a:lnTo>
                <a:cubicBezTo>
                  <a:pt x="678543" y="2307316"/>
                  <a:pt x="678543" y="2307316"/>
                  <a:pt x="909109" y="2307316"/>
                </a:cubicBezTo>
                <a:cubicBezTo>
                  <a:pt x="1011875" y="2307316"/>
                  <a:pt x="1072481" y="2291503"/>
                  <a:pt x="1119911" y="2234842"/>
                </a:cubicBezTo>
                <a:cubicBezTo>
                  <a:pt x="1192375" y="2147873"/>
                  <a:pt x="1198962" y="1971299"/>
                  <a:pt x="1198962" y="1615517"/>
                </a:cubicBezTo>
                <a:cubicBezTo>
                  <a:pt x="1198962" y="1615517"/>
                  <a:pt x="1198962" y="1615517"/>
                  <a:pt x="1198962" y="996191"/>
                </a:cubicBezTo>
                <a:cubicBezTo>
                  <a:pt x="1198962" y="641727"/>
                  <a:pt x="1192375" y="465153"/>
                  <a:pt x="1119911" y="378184"/>
                </a:cubicBezTo>
                <a:cubicBezTo>
                  <a:pt x="1072481" y="321522"/>
                  <a:pt x="1011875" y="305710"/>
                  <a:pt x="909109" y="305710"/>
                </a:cubicBezTo>
                <a:cubicBezTo>
                  <a:pt x="909109" y="305710"/>
                  <a:pt x="909109" y="305710"/>
                  <a:pt x="678543" y="305710"/>
                </a:cubicBezTo>
                <a:close/>
                <a:moveTo>
                  <a:pt x="1842869" y="0"/>
                </a:moveTo>
                <a:cubicBezTo>
                  <a:pt x="1842869" y="0"/>
                  <a:pt x="1842869" y="0"/>
                  <a:pt x="3073618" y="0"/>
                </a:cubicBezTo>
                <a:cubicBezTo>
                  <a:pt x="3093384" y="0"/>
                  <a:pt x="3105243" y="5271"/>
                  <a:pt x="3114467" y="14495"/>
                </a:cubicBezTo>
                <a:cubicBezTo>
                  <a:pt x="3122374" y="22401"/>
                  <a:pt x="3128962" y="34261"/>
                  <a:pt x="3128962" y="54027"/>
                </a:cubicBezTo>
                <a:cubicBezTo>
                  <a:pt x="3128962" y="54027"/>
                  <a:pt x="3128962" y="54027"/>
                  <a:pt x="3128962" y="275402"/>
                </a:cubicBezTo>
                <a:cubicBezTo>
                  <a:pt x="3128962" y="295168"/>
                  <a:pt x="3122374" y="307028"/>
                  <a:pt x="3114467" y="314934"/>
                </a:cubicBezTo>
                <a:cubicBezTo>
                  <a:pt x="3105243" y="324158"/>
                  <a:pt x="3093384" y="329429"/>
                  <a:pt x="3073618" y="329429"/>
                </a:cubicBezTo>
                <a:cubicBezTo>
                  <a:pt x="3073618" y="329429"/>
                  <a:pt x="3073618" y="329429"/>
                  <a:pt x="2679620" y="329429"/>
                </a:cubicBezTo>
                <a:cubicBezTo>
                  <a:pt x="2679620" y="329429"/>
                  <a:pt x="2679620" y="329429"/>
                  <a:pt x="2679620" y="2558999"/>
                </a:cubicBezTo>
                <a:cubicBezTo>
                  <a:pt x="2679620" y="2578765"/>
                  <a:pt x="2674349" y="2590624"/>
                  <a:pt x="2665125" y="2598530"/>
                </a:cubicBezTo>
                <a:cubicBezTo>
                  <a:pt x="2657219" y="2607755"/>
                  <a:pt x="2645360" y="2613025"/>
                  <a:pt x="2625594" y="2613025"/>
                </a:cubicBezTo>
                <a:cubicBezTo>
                  <a:pt x="2625594" y="2613025"/>
                  <a:pt x="2625594" y="2613025"/>
                  <a:pt x="2290893" y="2613025"/>
                </a:cubicBezTo>
                <a:cubicBezTo>
                  <a:pt x="2271128" y="2613025"/>
                  <a:pt x="2259268" y="2607755"/>
                  <a:pt x="2250044" y="2598530"/>
                </a:cubicBezTo>
                <a:cubicBezTo>
                  <a:pt x="2240820" y="2590624"/>
                  <a:pt x="2235549" y="2578765"/>
                  <a:pt x="2235549" y="2558999"/>
                </a:cubicBezTo>
                <a:cubicBezTo>
                  <a:pt x="2235549" y="2558999"/>
                  <a:pt x="2235549" y="2558999"/>
                  <a:pt x="2235549" y="329429"/>
                </a:cubicBezTo>
                <a:cubicBezTo>
                  <a:pt x="2235549" y="329429"/>
                  <a:pt x="2235549" y="329429"/>
                  <a:pt x="1842869" y="329429"/>
                </a:cubicBezTo>
                <a:cubicBezTo>
                  <a:pt x="1823104" y="329429"/>
                  <a:pt x="1811244" y="324158"/>
                  <a:pt x="1802020" y="314934"/>
                </a:cubicBezTo>
                <a:cubicBezTo>
                  <a:pt x="1792796" y="307028"/>
                  <a:pt x="1787525" y="295168"/>
                  <a:pt x="1787525" y="275402"/>
                </a:cubicBezTo>
                <a:cubicBezTo>
                  <a:pt x="1787525" y="275402"/>
                  <a:pt x="1787525" y="275402"/>
                  <a:pt x="1787525" y="54027"/>
                </a:cubicBezTo>
                <a:cubicBezTo>
                  <a:pt x="1787525" y="34261"/>
                  <a:pt x="1792796" y="22401"/>
                  <a:pt x="1802020" y="14495"/>
                </a:cubicBezTo>
                <a:cubicBezTo>
                  <a:pt x="1811244" y="5271"/>
                  <a:pt x="1823104" y="0"/>
                  <a:pt x="1842869" y="0"/>
                </a:cubicBezTo>
                <a:close/>
                <a:moveTo>
                  <a:pt x="317544" y="0"/>
                </a:moveTo>
                <a:cubicBezTo>
                  <a:pt x="317544" y="0"/>
                  <a:pt x="317544" y="0"/>
                  <a:pt x="972349" y="0"/>
                </a:cubicBezTo>
                <a:cubicBezTo>
                  <a:pt x="1226630" y="0"/>
                  <a:pt x="1382097" y="57980"/>
                  <a:pt x="1476958" y="179209"/>
                </a:cubicBezTo>
                <a:cubicBezTo>
                  <a:pt x="1615298" y="345241"/>
                  <a:pt x="1619250" y="614055"/>
                  <a:pt x="1619250" y="1025181"/>
                </a:cubicBezTo>
                <a:cubicBezTo>
                  <a:pt x="1619250" y="1025181"/>
                  <a:pt x="1619250" y="1025181"/>
                  <a:pt x="1619250" y="1587845"/>
                </a:cubicBezTo>
                <a:cubicBezTo>
                  <a:pt x="1619250" y="1998971"/>
                  <a:pt x="1615298" y="2267784"/>
                  <a:pt x="1476958" y="2433816"/>
                </a:cubicBezTo>
                <a:cubicBezTo>
                  <a:pt x="1382097" y="2555046"/>
                  <a:pt x="1226630" y="2613025"/>
                  <a:pt x="972349" y="2613025"/>
                </a:cubicBezTo>
                <a:cubicBezTo>
                  <a:pt x="972349" y="2613025"/>
                  <a:pt x="972349" y="2613025"/>
                  <a:pt x="317544" y="2613025"/>
                </a:cubicBezTo>
                <a:cubicBezTo>
                  <a:pt x="297781" y="2613025"/>
                  <a:pt x="285923" y="2607755"/>
                  <a:pt x="278018" y="2598530"/>
                </a:cubicBezTo>
                <a:cubicBezTo>
                  <a:pt x="268795" y="2590624"/>
                  <a:pt x="263525" y="2578765"/>
                  <a:pt x="263525" y="2558999"/>
                </a:cubicBezTo>
                <a:cubicBezTo>
                  <a:pt x="263525" y="2558999"/>
                  <a:pt x="263525" y="2558999"/>
                  <a:pt x="263525" y="54027"/>
                </a:cubicBezTo>
                <a:cubicBezTo>
                  <a:pt x="263525" y="34261"/>
                  <a:pt x="268795" y="22401"/>
                  <a:pt x="278018" y="14495"/>
                </a:cubicBezTo>
                <a:cubicBezTo>
                  <a:pt x="285923" y="5271"/>
                  <a:pt x="297781" y="0"/>
                  <a:pt x="317544" y="0"/>
                </a:cubicBezTo>
                <a:close/>
                <a:moveTo>
                  <a:pt x="3359213" y="0"/>
                </a:moveTo>
                <a:cubicBezTo>
                  <a:pt x="3359213" y="0"/>
                  <a:pt x="3359213" y="0"/>
                  <a:pt x="3664991" y="0"/>
                </a:cubicBezTo>
                <a:cubicBezTo>
                  <a:pt x="3684762" y="0"/>
                  <a:pt x="3696624" y="5272"/>
                  <a:pt x="3705850" y="14497"/>
                </a:cubicBezTo>
                <a:cubicBezTo>
                  <a:pt x="3715076" y="22405"/>
                  <a:pt x="3720348" y="34266"/>
                  <a:pt x="3720348" y="54035"/>
                </a:cubicBezTo>
                <a:cubicBezTo>
                  <a:pt x="3720348" y="54035"/>
                  <a:pt x="3720348" y="54035"/>
                  <a:pt x="3720348" y="1903062"/>
                </a:cubicBezTo>
                <a:cubicBezTo>
                  <a:pt x="3720348" y="2103384"/>
                  <a:pt x="3738800" y="2214089"/>
                  <a:pt x="3798111" y="2279984"/>
                </a:cubicBezTo>
                <a:cubicBezTo>
                  <a:pt x="3841605" y="2328747"/>
                  <a:pt x="3899597" y="2349833"/>
                  <a:pt x="3976042" y="2349833"/>
                </a:cubicBezTo>
                <a:cubicBezTo>
                  <a:pt x="4060395" y="2349833"/>
                  <a:pt x="4121023" y="2326111"/>
                  <a:pt x="4163200" y="2279984"/>
                </a:cubicBezTo>
                <a:cubicBezTo>
                  <a:pt x="4226464" y="2211453"/>
                  <a:pt x="4240963" y="2096795"/>
                  <a:pt x="4240963" y="1903062"/>
                </a:cubicBezTo>
                <a:cubicBezTo>
                  <a:pt x="4240963" y="1903062"/>
                  <a:pt x="4240963" y="1903062"/>
                  <a:pt x="4240963" y="54035"/>
                </a:cubicBezTo>
                <a:cubicBezTo>
                  <a:pt x="4240963" y="34266"/>
                  <a:pt x="4246235" y="22405"/>
                  <a:pt x="4255461" y="14497"/>
                </a:cubicBezTo>
                <a:cubicBezTo>
                  <a:pt x="4263369" y="5272"/>
                  <a:pt x="4276549" y="0"/>
                  <a:pt x="4295001" y="0"/>
                </a:cubicBezTo>
                <a:cubicBezTo>
                  <a:pt x="4295001" y="0"/>
                  <a:pt x="4295001" y="0"/>
                  <a:pt x="4602098" y="0"/>
                </a:cubicBezTo>
                <a:cubicBezTo>
                  <a:pt x="4621868" y="0"/>
                  <a:pt x="4633730" y="5272"/>
                  <a:pt x="4641638" y="14497"/>
                </a:cubicBezTo>
                <a:cubicBezTo>
                  <a:pt x="4650864" y="22405"/>
                  <a:pt x="4656136" y="34266"/>
                  <a:pt x="4656136" y="54035"/>
                </a:cubicBezTo>
                <a:cubicBezTo>
                  <a:pt x="4656136" y="54035"/>
                  <a:pt x="4656136" y="54035"/>
                  <a:pt x="4656136" y="1904380"/>
                </a:cubicBezTo>
                <a:cubicBezTo>
                  <a:pt x="4656136" y="2153465"/>
                  <a:pt x="4627140" y="2319521"/>
                  <a:pt x="4507201" y="2459220"/>
                </a:cubicBezTo>
                <a:cubicBezTo>
                  <a:pt x="4405714" y="2577832"/>
                  <a:pt x="4239645" y="2646363"/>
                  <a:pt x="3981314" y="2646363"/>
                </a:cubicBezTo>
                <a:cubicBezTo>
                  <a:pt x="3726938" y="2646363"/>
                  <a:pt x="3559550" y="2581786"/>
                  <a:pt x="3447519" y="2459220"/>
                </a:cubicBezTo>
                <a:cubicBezTo>
                  <a:pt x="3340760" y="2341926"/>
                  <a:pt x="3305174" y="2173233"/>
                  <a:pt x="3305174" y="1904380"/>
                </a:cubicBezTo>
                <a:cubicBezTo>
                  <a:pt x="3305174" y="1904380"/>
                  <a:pt x="3305174" y="1904380"/>
                  <a:pt x="3305174" y="54035"/>
                </a:cubicBezTo>
                <a:cubicBezTo>
                  <a:pt x="3305174" y="34266"/>
                  <a:pt x="3310446" y="22405"/>
                  <a:pt x="3318354" y="14497"/>
                </a:cubicBezTo>
                <a:cubicBezTo>
                  <a:pt x="3327580" y="5272"/>
                  <a:pt x="3339442" y="0"/>
                  <a:pt x="3359213" y="0"/>
                </a:cubicBezTo>
                <a:close/>
              </a:path>
            </a:pathLst>
          </a:custGeom>
          <a:solidFill>
            <a:srgbClr val="2F3EEA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4F905E-0728-756C-E812-6B8FBD4316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2000" y="6541200"/>
            <a:ext cx="1105200" cy="316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/>
              <a:t>Date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73EFAB-325B-97BA-DE6F-468FFDFA2FD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499100" y="6672580"/>
            <a:ext cx="1212850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Classification: Confidential</a:t>
            </a:r>
          </a:p>
        </p:txBody>
      </p:sp>
    </p:spTree>
    <p:extLst>
      <p:ext uri="{BB962C8B-B14F-4D97-AF65-F5344CB8AC3E}">
        <p14:creationId xmlns:p14="http://schemas.microsoft.com/office/powerpoint/2010/main" val="2454702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71" r:id="rId2"/>
    <p:sldLayoutId id="2147483664" r:id="rId3"/>
    <p:sldLayoutId id="2147483677" r:id="rId4"/>
    <p:sldLayoutId id="2147483672" r:id="rId5"/>
    <p:sldLayoutId id="2147483673" r:id="rId6"/>
    <p:sldLayoutId id="2147483676" r:id="rId7"/>
    <p:sldLayoutId id="2147483666" r:id="rId8"/>
    <p:sldLayoutId id="2147483667" r:id="rId9"/>
    <p:sldLayoutId id="2147483668" r:id="rId10"/>
    <p:sldLayoutId id="2147483669" r:id="rId11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Verdana" pitchFamily="34" charset="0"/>
          <a:ea typeface="ＭＳ Ｐゴシック" pitchFamily="-80" charset="-128"/>
        </a:defRPr>
      </a:lvl9pPr>
    </p:titleStyle>
    <p:bodyStyle>
      <a:lvl1pPr marL="1980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14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2pPr>
      <a:lvl3pPr marL="615600" indent="-198000" algn="l" rtl="0" eaLnBrk="1" fontAlgn="base" hangingPunct="1">
        <a:spcBef>
          <a:spcPct val="20000"/>
        </a:spcBef>
        <a:spcAft>
          <a:spcPct val="0"/>
        </a:spcAft>
        <a:buChar char="•"/>
        <a:defRPr sz="1800">
          <a:solidFill>
            <a:schemeClr val="tx1"/>
          </a:solidFill>
          <a:latin typeface="+mn-lt"/>
          <a:ea typeface="+mn-ea"/>
        </a:defRPr>
      </a:lvl3pPr>
      <a:lvl4pPr marL="828000" indent="-198000" algn="l" rtl="0" eaLnBrk="1" fontAlgn="base" hangingPunct="1">
        <a:spcBef>
          <a:spcPct val="20000"/>
        </a:spcBef>
        <a:spcAft>
          <a:spcPct val="0"/>
        </a:spcAft>
        <a:buChar char="–"/>
        <a:defRPr sz="1800">
          <a:solidFill>
            <a:schemeClr val="tx1"/>
          </a:solidFill>
          <a:latin typeface="+mn-lt"/>
          <a:ea typeface="+mn-ea"/>
        </a:defRPr>
      </a:lvl4pPr>
      <a:lvl5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5pPr>
      <a:lvl6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6pPr>
      <a:lvl7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7pPr>
      <a:lvl8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8pPr>
      <a:lvl9pPr marL="1026000" indent="-198000" algn="l" rtl="0" eaLnBrk="1" fontAlgn="base" hangingPunct="1">
        <a:spcBef>
          <a:spcPct val="20000"/>
        </a:spcBef>
        <a:spcAft>
          <a:spcPct val="0"/>
        </a:spcAft>
        <a:buChar char="»"/>
        <a:defRPr sz="18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68" userDrawn="1">
          <p15:clr>
            <a:srgbClr val="F26B43"/>
          </p15:clr>
        </p15:guide>
        <p15:guide id="4" orient="horz" pos="881" userDrawn="1">
          <p15:clr>
            <a:srgbClr val="F26B43"/>
          </p15:clr>
        </p15:guide>
        <p15:guide id="5" orient="horz" pos="1074" userDrawn="1">
          <p15:clr>
            <a:srgbClr val="F26B43"/>
          </p15:clr>
        </p15:guide>
        <p15:guide id="6" orient="horz" pos="393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7.xml"/><Relationship Id="rId7" Type="http://schemas.openxmlformats.org/officeDocument/2006/relationships/image" Target="../media/image1.emf"/><Relationship Id="rId2" Type="http://schemas.openxmlformats.org/officeDocument/2006/relationships/customXml" Target="../../customXml/item11.xml"/><Relationship Id="rId1" Type="http://schemas.openxmlformats.org/officeDocument/2006/relationships/customXml" Target="../../customXml/item10.xml"/><Relationship Id="rId6" Type="http://schemas.openxmlformats.org/officeDocument/2006/relationships/oleObject" Target="../embeddings/oleObject2.bin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9.xml"/><Relationship Id="rId7" Type="http://schemas.openxmlformats.org/officeDocument/2006/relationships/image" Target="../media/image1.emf"/><Relationship Id="rId2" Type="http://schemas.openxmlformats.org/officeDocument/2006/relationships/customXml" Target="../../customXml/item14.xml"/><Relationship Id="rId1" Type="http://schemas.openxmlformats.org/officeDocument/2006/relationships/customXml" Target="../../customXml/item15.xml"/><Relationship Id="rId6" Type="http://schemas.openxmlformats.org/officeDocument/2006/relationships/oleObject" Target="../embeddings/oleObject2.bin"/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cell data - do not delete" hidden="1">
            <a:extLst>
              <a:ext uri="{FF2B5EF4-FFF2-40B4-BE49-F238E27FC236}">
                <a16:creationId xmlns:a16="http://schemas.microsoft.com/office/drawing/2014/main" id="{7354A68E-3E33-868F-F561-FEEDD7EE3F8F}"/>
              </a:ext>
            </a:extLst>
          </p:cNvPr>
          <p:cNvGraphicFramePr>
            <a:graphicFrameLocks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759031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6" imgW="484" imgH="486" progId="TCLayout.ActiveDocument.1">
                  <p:embed/>
                </p:oleObj>
              </mc:Choice>
              <mc:Fallback>
                <p:oleObj name="thinkcell Slide" r:id="rId6" imgW="484" imgH="48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E884D92-3164-AE47-AF3A-4BAFFE9539FE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37"/>
          <a:stretch/>
        </p:blipFill>
        <p:spPr>
          <a:xfrm>
            <a:off x="0" y="44624"/>
            <a:ext cx="12170667" cy="6352559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45995EB-10E4-4119-B468-5CD7D10A093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A221E4-1851-497D-90EE-984C7112166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1</a:t>
            </a:fld>
            <a:endParaRPr lang="en-GB" dirty="0"/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D4CB0037-BDFF-A546-AB9A-C59764141B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859" y="3545117"/>
            <a:ext cx="10840028" cy="2044123"/>
          </a:xfrm>
        </p:spPr>
        <p:txBody>
          <a:bodyPr vert="horz" rIns="0"/>
          <a:lstStyle/>
          <a:p>
            <a:r>
              <a:rPr lang="en-US" sz="4800" dirty="0"/>
              <a:t>A deconstructed comparison of DWM and LES wake aerodynamics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F07FF698-C02A-844F-9BE5-60293E03B8EE}"/>
              </a:ext>
            </a:extLst>
          </p:cNvPr>
          <p:cNvSpPr txBox="1">
            <a:spLocks/>
          </p:cNvSpPr>
          <p:nvPr/>
        </p:nvSpPr>
        <p:spPr bwMode="auto">
          <a:xfrm>
            <a:off x="249859" y="2276872"/>
            <a:ext cx="10840028" cy="12682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endParaRPr lang="en-US" sz="3200" b="0" kern="0" dirty="0">
              <a:solidFill>
                <a:schemeClr val="accent6"/>
              </a:solidFill>
            </a:endParaRPr>
          </a:p>
          <a:p>
            <a:r>
              <a:rPr lang="en-US" sz="3200" b="0" kern="0" dirty="0">
                <a:solidFill>
                  <a:schemeClr val="accent6"/>
                </a:solidFill>
              </a:rPr>
              <a:t>Joey Ray Bink &amp; Ignacio Hector Caviglia</a:t>
            </a:r>
            <a:endParaRPr lang="en-GB" sz="3200" b="0" kern="0" dirty="0">
              <a:solidFill>
                <a:schemeClr val="accent6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8680AE-A2C5-C08E-39DD-39DA08E5D251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CFFD03-4BF0-5410-06A3-F0885D02281F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7" name="Title 3">
            <a:extLst>
              <a:ext uri="{FF2B5EF4-FFF2-40B4-BE49-F238E27FC236}">
                <a16:creationId xmlns:a16="http://schemas.microsoft.com/office/drawing/2014/main" id="{1C93B8F9-72F6-DBE1-DB97-C9E42233AB0C}"/>
              </a:ext>
            </a:extLst>
          </p:cNvPr>
          <p:cNvSpPr txBox="1">
            <a:spLocks/>
          </p:cNvSpPr>
          <p:nvPr/>
        </p:nvSpPr>
        <p:spPr bwMode="auto">
          <a:xfrm>
            <a:off x="4533640" y="342334"/>
            <a:ext cx="3123133" cy="432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2800" kern="0" dirty="0"/>
              <a:t>Report 19.10.2026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982542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EE26BE6F-934C-E734-5211-853C75C53317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215689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3" imgW="484" imgH="486" progId="TCLayout.ActiveDocument.1">
                  <p:embed/>
                </p:oleObj>
              </mc:Choice>
              <mc:Fallback>
                <p:oleObj name="thinkcell Slide" r:id="rId3" imgW="484" imgH="48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67D4412-DE46-120C-8C12-5AAF9CAFD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en-US" dirty="0"/>
              <a:t>Introduction to the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7E4B56-C83E-C881-23F3-27CC2EC785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Methodology</a:t>
            </a:r>
          </a:p>
          <a:p>
            <a:r>
              <a:rPr lang="en-US" dirty="0"/>
              <a:t>Expected results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0F67C7-9388-E40F-77E7-E851982AB8E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18D41A-B0A6-6349-8BC9-6CA272664F8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E51429E-A974-AACC-647E-13C29E16157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9985111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9952E-88E6-C70F-4C0A-1EDF101C6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cell data - do not delete" hidden="1">
            <a:extLst>
              <a:ext uri="{FF2B5EF4-FFF2-40B4-BE49-F238E27FC236}">
                <a16:creationId xmlns:a16="http://schemas.microsoft.com/office/drawing/2014/main" id="{8781DCCF-826B-9B70-389A-86B42F110B2A}"/>
              </a:ext>
            </a:extLst>
          </p:cNvPr>
          <p:cNvGraphicFramePr>
            <a:graphicFrameLocks/>
          </p:cNvGraphicFramePr>
          <p:nvPr>
            <p:custDataLst>
              <p:tags r:id="rId3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6" imgW="484" imgH="486" progId="TCLayout.ActiveDocument.1">
                  <p:embed/>
                </p:oleObj>
              </mc:Choice>
              <mc:Fallback>
                <p:oleObj name="thinkcell Slide" r:id="rId6" imgW="484" imgH="486" progId="TCLayout.ActiveDocument.1">
                  <p:embed/>
                  <p:pic>
                    <p:nvPicPr>
                      <p:cNvPr id="5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7354A68E-3E33-868F-F561-FEEDD7EE3F8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76B89CA-8DF5-3417-6B5F-F1833E772335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37"/>
          <a:stretch/>
        </p:blipFill>
        <p:spPr>
          <a:xfrm>
            <a:off x="0" y="44624"/>
            <a:ext cx="12170667" cy="6352559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A8208A-5DE8-0761-20B7-4CB82AB510D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40B5EA-41A8-FBF2-9EC1-F7940AB267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4C8C45C-947F-4981-8B3F-4F32E973C901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D28C045F-6D86-D7FC-9AEC-775CDD145F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859" y="3545117"/>
            <a:ext cx="10840028" cy="2044123"/>
          </a:xfrm>
        </p:spPr>
        <p:txBody>
          <a:bodyPr vert="horz" rIns="0"/>
          <a:lstStyle/>
          <a:p>
            <a:r>
              <a:rPr lang="en-US" sz="4800" dirty="0"/>
              <a:t>A deconstructed comparison of DWM and LES wake aerodynamics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94C1F8A3-0DA4-549E-A429-E68E6E56967D}"/>
              </a:ext>
            </a:extLst>
          </p:cNvPr>
          <p:cNvSpPr txBox="1">
            <a:spLocks/>
          </p:cNvSpPr>
          <p:nvPr/>
        </p:nvSpPr>
        <p:spPr bwMode="auto">
          <a:xfrm>
            <a:off x="249859" y="2276872"/>
            <a:ext cx="10840028" cy="12682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endParaRPr lang="en-US" sz="3200" b="0" kern="0" dirty="0">
              <a:solidFill>
                <a:schemeClr val="accent6"/>
              </a:solidFill>
            </a:endParaRPr>
          </a:p>
          <a:p>
            <a:r>
              <a:rPr lang="en-US" sz="3200" b="0" kern="0" dirty="0">
                <a:solidFill>
                  <a:schemeClr val="accent6"/>
                </a:solidFill>
              </a:rPr>
              <a:t>Joey Ray Bink &amp; Ignacio Hector Caviglia</a:t>
            </a:r>
            <a:endParaRPr lang="en-GB" sz="3200" b="0" kern="0" dirty="0">
              <a:solidFill>
                <a:schemeClr val="accent6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BA2C2A-0C6F-FB40-DC52-335D1DF553B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7730FD-A235-1E0F-DCD6-151AE52E3BC5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36" r="25905"/>
          <a:stretch/>
        </p:blipFill>
        <p:spPr>
          <a:xfrm>
            <a:off x="11267516" y="252716"/>
            <a:ext cx="660959" cy="611284"/>
          </a:xfrm>
          <a:prstGeom prst="rect">
            <a:avLst/>
          </a:prstGeom>
        </p:spPr>
      </p:pic>
      <p:sp>
        <p:nvSpPr>
          <p:cNvPr id="7" name="Title 3">
            <a:extLst>
              <a:ext uri="{FF2B5EF4-FFF2-40B4-BE49-F238E27FC236}">
                <a16:creationId xmlns:a16="http://schemas.microsoft.com/office/drawing/2014/main" id="{9540BC5D-1F7A-E4CB-BE2D-7F454CC95B76}"/>
              </a:ext>
            </a:extLst>
          </p:cNvPr>
          <p:cNvSpPr txBox="1">
            <a:spLocks/>
          </p:cNvSpPr>
          <p:nvPr/>
        </p:nvSpPr>
        <p:spPr bwMode="auto">
          <a:xfrm>
            <a:off x="4533640" y="342334"/>
            <a:ext cx="3123133" cy="432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l" rtl="0" eaLnBrk="1" fontAlgn="base" hangingPunct="1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defRPr sz="8000"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Verdana" pitchFamily="34" charset="0"/>
                <a:ea typeface="ＭＳ Ｐゴシック" pitchFamily="-80" charset="-128"/>
              </a:defRPr>
            </a:lvl9pPr>
          </a:lstStyle>
          <a:p>
            <a:r>
              <a:rPr lang="en-US" sz="2800" kern="0" dirty="0"/>
              <a:t>Report 26.10.2026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6522441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35C25-E22D-0B86-5C66-32D3DD371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CA5B3-3CB6-ECC6-B33B-3BC2BB326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F66108-E43F-5858-ACA8-5CC4B44DED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D48FB5-216F-21F5-A79B-0CED9202796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Footer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4D4F73-D083-D48A-B045-D445744C46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03EA872-A674-449B-A120-B97244F8E91D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17EE326-536D-AE10-DCAF-F72F67DC87F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GB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90880375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DNEW" val="Fals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_LOCKS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lank">
  <a:themeElements>
    <a:clrScheme name="DTU">
      <a:dk1>
        <a:srgbClr val="000000"/>
      </a:dk1>
      <a:lt1>
        <a:srgbClr val="FFFFFF"/>
      </a:lt1>
      <a:dk2>
        <a:srgbClr val="990000"/>
      </a:dk2>
      <a:lt2>
        <a:srgbClr val="79238E"/>
      </a:lt2>
      <a:accent1>
        <a:srgbClr val="990000"/>
      </a:accent1>
      <a:accent2>
        <a:srgbClr val="2F3EEA"/>
      </a:accent2>
      <a:accent3>
        <a:srgbClr val="1FD082"/>
      </a:accent3>
      <a:accent4>
        <a:srgbClr val="171748"/>
      </a:accent4>
      <a:accent5>
        <a:srgbClr val="F6D04D"/>
      </a:accent5>
      <a:accent6>
        <a:srgbClr val="FC7634"/>
      </a:accent6>
      <a:hlink>
        <a:srgbClr val="2F3EEA"/>
      </a:hlink>
      <a:folHlink>
        <a:srgbClr val="990000"/>
      </a:folHlink>
    </a:clrScheme>
    <a:fontScheme name="DT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2"/>
        </a:solidFill>
        <a:ln w="9525" cap="flat" cmpd="sng" algn="ctr">
          <a:solidFill>
            <a:schemeClr val="accent2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squar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ts val="432"/>
          </a:spcBef>
          <a:spcAft>
            <a:spcPct val="0"/>
          </a:spcAft>
          <a:buClrTx/>
          <a:buSzTx/>
          <a:buFontTx/>
          <a:buNone/>
          <a:tabLst/>
          <a:defRPr kumimoji="0" sz="1600" b="0" i="0" u="none" strike="noStrike" cap="none" normalizeH="0" baseline="0" dirty="0" err="1" smtClean="0">
            <a:ln>
              <a:noFill/>
            </a:ln>
            <a:solidFill>
              <a:srgbClr val="FFFFFF"/>
            </a:solidFill>
            <a:effectLst/>
            <a:latin typeface="+mn-lt"/>
            <a:ea typeface="ＭＳ Ｐゴシック" pitchFamily="-80" charset="-128"/>
          </a:defRPr>
        </a:defPPr>
      </a:lstStyle>
    </a:spDef>
    <a:lnDef>
      <a:spPr bwMode="auto"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 algn="l">
          <a:spcBef>
            <a:spcPts val="432"/>
          </a:spcBef>
          <a:defRPr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DTU Wind Energy Template.pptx  -  Read-Only" id="{5D1E195A-5694-493A-9B3A-DD892780DE75}" vid="{6B133F9E-2F46-46EE-B913-DA3CF10F941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item1.xml><?xml version="1.0" encoding="utf-8"?>
<TemplafySlideFormConfiguration><![CDATA[{"formFields":[],"formDataEntries":[]}]]></TemplafySlideFormConfiguration>
</file>

<file path=customXml/item2.xml><?xml version="1.0" encoding="utf-8"?>
<TemplafyTemplateConfiguration><![CDATA[{"elementsMetadata":[{"type":"shape","id":"760c0b01-e6e8-4844-b6e1-1dc9fa2aa3a0","elementConfiguration":{"binding":"UserProfile.Offices.Workarea_{{DocumentLanguage}}","disableUpdates":false,"type":"text"}},{"type":"shape","id":"d52388ce-2b60-421d-b542-b927e7f7ca5d","elementConfiguration":{"format":"{{DateFormats.GeneralDate}}","binding":"Form.Date","disableUpdates":false,"type":"date"}},{"type":"shape","id":"19920dab-3faa-4eb9-b064-a1f7031a4d5a","elementConfiguration":{"binding":"Form.PresentationTitle","disableUpdates":false,"type":"text"}}],"transformationConfigurations":[{"language":"{{DocumentLanguage}}","disableUpdates":false,"type":"proofingLanguage"}],"templateName":"DTU Wind Energy Template","templateDescription":"","enableDocumentContentUpdater":true,"version":"1.2"}]]></TemplafyTemplateConfiguration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ADA1FD2B40FDA458284BB6FCA763489" ma:contentTypeVersion="5" ma:contentTypeDescription="Create a new document." ma:contentTypeScope="" ma:versionID="72b2569ebc96083092f6d8e76413cd52">
  <xsd:schema xmlns:xsd="http://www.w3.org/2001/XMLSchema" xmlns:xs="http://www.w3.org/2001/XMLSchema" xmlns:p="http://schemas.microsoft.com/office/2006/metadata/properties" xmlns:ns2="683dcda1-f8c3-442f-ae64-e236c052732d" xmlns:ns3="715bde23-c48d-41ea-a697-dffaa8fbae8d" targetNamespace="http://schemas.microsoft.com/office/2006/metadata/properties" ma:root="true" ma:fieldsID="df14c340b530a7b5c38005fefa6a5693" ns2:_="" ns3:_="">
    <xsd:import namespace="683dcda1-f8c3-442f-ae64-e236c052732d"/>
    <xsd:import namespace="715bde23-c48d-41ea-a697-dffaa8fbae8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83dcda1-f8c3-442f-ae64-e236c052732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5bde23-c48d-41ea-a697-dffaa8fbae8d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TemplafySlideFormConfiguration><![CDATA[{"formFields":[],"formDataEntries":[]}]]></TemplafySlideFormConfiguration>
</file>

<file path=customXml/item5.xml><?xml version="1.0" encoding="utf-8"?>
<TemplafyFormConfiguration><![CDATA[{"formFields":[{"required":false,"helpTexts":{"prefix":"","postfix":""},"spacing":{},"type":"datePicker","name":"Date","label":"Date","fullyQualifiedName":"Date"},{"required":false,"placeholder":"","lines":0,"helpTexts":{"prefix":"","postfix":""},"spacing":{},"type":"textBox","name":"PresentationTitle","label":"Presentation title","fullyQualifiedName":"PresentationTitle"}],"formDataEntries":[]}]]></TemplafyFormConfiguration>
</file>

<file path=customXml/item6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7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8.xml><?xml version="1.0" encoding="utf-8"?>
<TemplafySlideTemplateConfiguration><![CDATA[{"documentContentValidatorConfiguration":{"enableDocumentContentValidator":false,"documentContentValidatorVersion":0},"elementsMetadata":[],"slideId":"637582373566098804","enableDocumentContentUpdater":true,"version":"1.2"}]]></TemplafySlideTemplateConfiguration>
</file>

<file path=customXml/item9.xml><?xml version="1.0" encoding="utf-8"?>
<TemplafySlideTemplateConfiguration><![CDATA[{"documentContentValidatorConfiguration":{"enableDocumentContentValidator":false,"documentContentValidatorVersion":0},"elementsMetadata":[],"slideId":"636822015789305408","enableDocumentContentUpdater":true,"version":"1.2"}]]></TemplafySlideTemplateConfiguration>
</file>

<file path=customXml/item10.xml><?xml version="1.0" encoding="utf-8"?>
<TemplafySlideFormConfiguration><![CDATA[{"formFields":[],"formDataEntries":[]}]]></TemplafySlideFormConfiguration>
</file>

<file path=customXml/item11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14.xml><?xml version="1.0" encoding="utf-8"?>
<TemplafySlideTemplateConfiguration><![CDATA[{"documentContentValidatorConfiguration":{"enableDocumentContentValidator":false,"documentContentValidatorVersion":0},"elementsMetadata":[],"slideId":"637582373565786322","enableDocumentContentUpdater":true,"version":"1.2"}]]></TemplafySlideTemplateConfiguration>
</file>

<file path=customXml/item15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256B63E5-69B6-464D-863A-E47835EE7289}">
  <ds:schemaRefs/>
</ds:datastoreItem>
</file>

<file path=customXml/itemProps2.xml><?xml version="1.0" encoding="utf-8"?>
<ds:datastoreItem xmlns:ds="http://schemas.openxmlformats.org/officeDocument/2006/customXml" ds:itemID="{1334258C-C3E7-4029-A615-C886A240FB15}">
  <ds:schemaRefs/>
</ds:datastoreItem>
</file>

<file path=customXml/itemProps3.xml><?xml version="1.0" encoding="utf-8"?>
<ds:datastoreItem xmlns:ds="http://schemas.openxmlformats.org/officeDocument/2006/customXml" ds:itemID="{06B25442-D932-4BC3-89C2-322C820ADD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83dcda1-f8c3-442f-ae64-e236c052732d"/>
    <ds:schemaRef ds:uri="715bde23-c48d-41ea-a697-dffaa8fbae8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09A4C5C1-E379-42C2-9CE4-96EAD0C517EB}">
  <ds:schemaRefs/>
</ds:datastoreItem>
</file>

<file path=customXml/itemProps5.xml><?xml version="1.0" encoding="utf-8"?>
<ds:datastoreItem xmlns:ds="http://schemas.openxmlformats.org/officeDocument/2006/customXml" ds:itemID="{C086A146-0E09-4AA0-A3DC-33B2C18DA71A}">
  <ds:schemaRefs/>
</ds:datastoreItem>
</file>

<file path=customXml/itemProps6.xml><?xml version="1.0" encoding="utf-8"?>
<ds:datastoreItem xmlns:ds="http://schemas.openxmlformats.org/officeDocument/2006/customXml" ds:itemID="{AF32439C-8EF2-469F-A487-C82C55E480DE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7.xml><?xml version="1.0" encoding="utf-8"?>
<ds:datastoreItem xmlns:ds="http://schemas.openxmlformats.org/officeDocument/2006/customXml" ds:itemID="{130D490B-E977-43FF-A2D1-8C2447D6F702}">
  <ds:schemaRefs>
    <ds:schemaRef ds:uri="http://schemas.microsoft.com/sharepoint/v3/contenttype/forms"/>
  </ds:schemaRefs>
</ds:datastoreItem>
</file>

<file path=customXml/itemProps8.xml><?xml version="1.0" encoding="utf-8"?>
<ds:datastoreItem xmlns:ds="http://schemas.openxmlformats.org/officeDocument/2006/customXml" ds:itemID="{2EB4C41E-0201-403E-B674-C35FC9D83F82}">
  <ds:schemaRefs/>
</ds:datastoreItem>
</file>

<file path=customXml/itemProps9.xml><?xml version="1.0" encoding="utf-8"?>
<ds:datastoreItem xmlns:ds="http://schemas.openxmlformats.org/officeDocument/2006/customXml" ds:itemID="{B917EF7A-B11F-4137-A061-E3AFCEC45668}">
  <ds:schemaRefs/>
</ds:datastoreItem>
</file>

<file path=customXml/itemProps10.xml><?xml version="1.0" encoding="utf-8"?>
<ds:datastoreItem xmlns:ds="http://schemas.openxmlformats.org/officeDocument/2006/customXml" ds:itemID="{89E65983-BEBD-4684-8266-29F51A82FD68}">
  <ds:schemaRefs/>
</ds:datastoreItem>
</file>

<file path=customXml/itemProps11.xml><?xml version="1.0" encoding="utf-8"?>
<ds:datastoreItem xmlns:ds="http://schemas.openxmlformats.org/officeDocument/2006/customXml" ds:itemID="{747FA701-153C-414F-9076-93D6EB8F30A9}">
  <ds:schemaRefs/>
</ds:datastoreItem>
</file>

<file path=customXml/itemProps12.xml><?xml version="1.0" encoding="utf-8"?>
<ds:datastoreItem xmlns:ds="http://schemas.openxmlformats.org/officeDocument/2006/customXml" ds:itemID="{F5CD6E9F-EB95-4B70-B601-F184015A4F9D}">
  <ds:schemaRefs/>
</ds:datastoreItem>
</file>

<file path=customXml/itemProps13.xml><?xml version="1.0" encoding="utf-8"?>
<ds:datastoreItem xmlns:ds="http://schemas.openxmlformats.org/officeDocument/2006/customXml" ds:itemID="{9264A7C6-73F2-4A78-AE58-B921BC9D921C}">
  <ds:schemaRefs/>
</ds:datastoreItem>
</file>

<file path=customXml/itemProps14.xml><?xml version="1.0" encoding="utf-8"?>
<ds:datastoreItem xmlns:ds="http://schemas.openxmlformats.org/officeDocument/2006/customXml" ds:itemID="{0A0F7F37-D167-4B30-B1F7-9A6095DD8E5E}">
  <ds:schemaRefs/>
</ds:datastoreItem>
</file>

<file path=customXml/itemProps15.xml><?xml version="1.0" encoding="utf-8"?>
<ds:datastoreItem xmlns:ds="http://schemas.openxmlformats.org/officeDocument/2006/customXml" ds:itemID="{27900B32-6883-412F-8FAC-916A5B87173E}">
  <ds:schemaRefs/>
</ds:datastoreItem>
</file>

<file path=docMetadata/LabelInfo.xml><?xml version="1.0" encoding="utf-8"?>
<clbl:labelList xmlns:clbl="http://schemas.microsoft.com/office/2020/mipLabelMetadata">
  <clbl:label id="{35c15001-c8e1-4e59-97bd-905e2080daab}" enabled="1" method="Standard" siteId="{c0701940-7b3f-4116-a59f-159078bc3c63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wake_aerodynamics_group4</Template>
  <TotalTime>0</TotalTime>
  <Words>58</Words>
  <Application>Microsoft Office PowerPoint</Application>
  <PresentationFormat>Custom</PresentationFormat>
  <Paragraphs>26</Paragraphs>
  <Slides>4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Verdana</vt:lpstr>
      <vt:lpstr>Blank</vt:lpstr>
      <vt:lpstr>thinkcell Slide</vt:lpstr>
      <vt:lpstr>A deconstructed comparison of DWM and LES wake aerodynamics</vt:lpstr>
      <vt:lpstr>Introduction to the project</vt:lpstr>
      <vt:lpstr>A deconstructed comparison of DWM and LES wake aerodynamics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Ignacio Hector Caviglia</dc:creator>
  <cp:keywords/>
  <dc:description/>
  <cp:lastModifiedBy>Ignacio Hector Caviglia</cp:lastModifiedBy>
  <cp:revision>3</cp:revision>
  <dcterms:created xsi:type="dcterms:W3CDTF">2026-10-05T14:51:38Z</dcterms:created>
  <dcterms:modified xsi:type="dcterms:W3CDTF">2026-10-05T15:05:11Z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fyTimeStamp">
    <vt:lpwstr>2021-06-02T13:27:21.6449280</vt:lpwstr>
  </property>
  <property fmtid="{D5CDD505-2E9C-101B-9397-08002B2CF9AE}" pid="3" name="ContentTypeId">
    <vt:lpwstr>0x0101009ADA1FD2B40FDA458284BB6FCA763489</vt:lpwstr>
  </property>
  <property fmtid="{D5CDD505-2E9C-101B-9397-08002B2CF9AE}" pid="4" name="ClassificationContentMarkingFooterLocations">
    <vt:lpwstr>Blank:9</vt:lpwstr>
  </property>
  <property fmtid="{D5CDD505-2E9C-101B-9397-08002B2CF9AE}" pid="5" name="ClassificationContentMarkingFooterText">
    <vt:lpwstr>Classification: Confidential</vt:lpwstr>
  </property>
</Properties>
</file>