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25"/>
  </p:notesMasterIdLst>
  <p:handoutMasterIdLst>
    <p:handoutMasterId r:id="rId26"/>
  </p:handoutMasterIdLst>
  <p:sldIdLst>
    <p:sldId id="500" r:id="rId17"/>
    <p:sldId id="502" r:id="rId18"/>
    <p:sldId id="509" r:id="rId19"/>
    <p:sldId id="506" r:id="rId20"/>
    <p:sldId id="507" r:id="rId21"/>
    <p:sldId id="508" r:id="rId22"/>
    <p:sldId id="505" r:id="rId23"/>
    <p:sldId id="504" r:id="rId24"/>
  </p:sldIdLst>
  <p:sldSz cx="12190413" cy="6858000"/>
  <p:notesSz cx="6858000" cy="9144000"/>
  <p:custDataLst>
    <p:tags r:id="rId27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02"/>
            <p14:sldId id="509"/>
            <p14:sldId id="506"/>
            <p14:sldId id="507"/>
            <p14:sldId id="508"/>
          </p14:sldIdLst>
        </p14:section>
        <p14:section name="26.10.2026" id="{6BD670E4-1915-4540-9F17-215133EDEC5F}">
          <p14:sldIdLst>
            <p14:sldId id="505"/>
            <p14:sldId id="50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5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0" Type="http://schemas.openxmlformats.org/officeDocument/2006/relationships/slide" Target="slides/slide4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commentAuthors" Target="commentAuthors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tags" Target="tags/tag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7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9.xml"/><Relationship Id="rId7" Type="http://schemas.openxmlformats.org/officeDocument/2006/relationships/image" Target="../media/image1.emf"/><Relationship Id="rId2" Type="http://schemas.openxmlformats.org/officeDocument/2006/relationships/customXml" Target="../../customXml/item6.xml"/><Relationship Id="rId1" Type="http://schemas.openxmlformats.org/officeDocument/2006/relationships/customXml" Target="../../customXml/item13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5903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EE26BE6F-934C-E734-5211-853C75C5331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15689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7D4412-DE46-120C-8C12-5AAF9CAFD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Introduction to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E4B56-C83E-C881-23F3-27CC2EC78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Methodology</a:t>
            </a:r>
          </a:p>
          <a:p>
            <a:r>
              <a:rPr lang="en-US" dirty="0"/>
              <a:t>Expected results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0F67C7-9388-E40F-77E7-E851982AB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18D41A-B0A6-6349-8BC9-6CA272664F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8" name="Date Placeholder 9">
            <a:extLst>
              <a:ext uri="{FF2B5EF4-FFF2-40B4-BE49-F238E27FC236}">
                <a16:creationId xmlns:a16="http://schemas.microsoft.com/office/drawing/2014/main" id="{C4FBA9DD-1247-F71B-E142-CB0D7681AD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8511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6164E-4882-B8F2-05AD-DF9BACA67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85CB5-D32D-2CD9-1E84-03521EDF7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194043-900C-43C1-5924-12B4A47AB9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B442A6-C764-23D5-BBCF-7900F25304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FF5349-D9BD-CE35-C115-DD8C4CCA96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4695D0B-CA59-43B2-9A09-FA411F625FCD}" type="datetime1">
              <a:rPr lang="en-US" smtClean="0"/>
              <a:t>10/6/2026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504338-B3D0-421B-7044-478011D0A7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05" r="23682"/>
          <a:stretch>
            <a:fillRect/>
          </a:stretch>
        </p:blipFill>
        <p:spPr>
          <a:xfrm>
            <a:off x="3892363" y="2289015"/>
            <a:ext cx="3424519" cy="39203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D4975E-D2F9-7036-BE62-D71138A387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28" r="23170"/>
          <a:stretch>
            <a:fillRect/>
          </a:stretch>
        </p:blipFill>
        <p:spPr>
          <a:xfrm>
            <a:off x="7412486" y="2289015"/>
            <a:ext cx="3563047" cy="3958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6861ED-A55E-0F82-DE22-B51B458EF1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661" r="9275"/>
          <a:stretch>
            <a:fillRect/>
          </a:stretch>
        </p:blipFill>
        <p:spPr>
          <a:xfrm>
            <a:off x="10931340" y="2308280"/>
            <a:ext cx="735105" cy="39203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B2498E-A60B-9FAA-BE2A-C6DCD7D074C7}"/>
              </a:ext>
            </a:extLst>
          </p:cNvPr>
          <p:cNvSpPr txBox="1"/>
          <p:nvPr/>
        </p:nvSpPr>
        <p:spPr>
          <a:xfrm>
            <a:off x="3806164" y="1828801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  <a:r>
              <a:rPr lang="en-US" noProof="0" dirty="0">
                <a:solidFill>
                  <a:srgbClr val="000000"/>
                </a:solidFill>
                <a:latin typeface="Arial"/>
              </a:rPr>
              <a:t> (</a:t>
            </a:r>
            <a:r>
              <a:rPr lang="en-US" noProof="0" dirty="0" err="1">
                <a:solidFill>
                  <a:srgbClr val="000000"/>
                </a:solidFill>
                <a:latin typeface="Arial"/>
              </a:rPr>
              <a:t>Hipersim</a:t>
            </a:r>
            <a:r>
              <a:rPr lang="en-US" noProof="0" dirty="0">
                <a:solidFill>
                  <a:srgbClr val="000000"/>
                </a:solidFill>
                <a:latin typeface="Arial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Dynamiks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04DF03-C921-BB56-AE58-9710FFA39816}"/>
              </a:ext>
            </a:extLst>
          </p:cNvPr>
          <p:cNvSpPr txBox="1"/>
          <p:nvPr/>
        </p:nvSpPr>
        <p:spPr>
          <a:xfrm>
            <a:off x="7594289" y="1828801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EllipSys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5354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1774825" y="2233017"/>
            <a:ext cx="9312275" cy="349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10/6/2026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1846734" y="404664"/>
            <a:ext cx="8352730" cy="58469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5C25-E22D-0B86-5C66-32D3DD371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CA5B3-3CB6-ECC6-B33B-3BC2BB326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6108-E43F-5858-ACA8-5CC4B44DE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8FB5-216F-21F5-A79B-0CED920279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4D4F73-D083-D48A-B045-D445744C46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82D8FECE-C180-F0A0-DFDA-2356AC215D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8037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9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1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1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264A7C6-73F2-4A78-AE58-B921BC9D921C}">
  <ds:schemaRefs/>
</ds:datastoreItem>
</file>

<file path=customXml/itemProps3.xml><?xml version="1.0" encoding="utf-8"?>
<ds:datastoreItem xmlns:ds="http://schemas.openxmlformats.org/officeDocument/2006/customXml" ds:itemID="{F5CD6E9F-EB95-4B70-B601-F184015A4F9D}">
  <ds:schemaRefs/>
</ds:datastoreItem>
</file>

<file path=customXml/itemProps4.xml><?xml version="1.0" encoding="utf-8"?>
<ds:datastoreItem xmlns:ds="http://schemas.openxmlformats.org/officeDocument/2006/customXml" ds:itemID="{256B63E5-69B6-464D-863A-E47835EE7289}">
  <ds:schemaRefs/>
</ds:datastoreItem>
</file>

<file path=customXml/itemProps5.xml><?xml version="1.0" encoding="utf-8"?>
<ds:datastoreItem xmlns:ds="http://schemas.openxmlformats.org/officeDocument/2006/customXml" ds:itemID="{747FA701-153C-414F-9076-93D6EB8F30A9}">
  <ds:schemaRefs/>
</ds:datastoreItem>
</file>

<file path=customXml/itemProps6.xml><?xml version="1.0" encoding="utf-8"?>
<ds:datastoreItem xmlns:ds="http://schemas.openxmlformats.org/officeDocument/2006/customXml" ds:itemID="{0A0F7F37-D167-4B30-B1F7-9A6095DD8E5E}">
  <ds:schemaRefs/>
</ds:datastoreItem>
</file>

<file path=customXml/itemProps7.xml><?xml version="1.0" encoding="utf-8"?>
<ds:datastoreItem xmlns:ds="http://schemas.openxmlformats.org/officeDocument/2006/customXml" ds:itemID="{89E65983-BEBD-4684-8266-29F51A82FD68}">
  <ds:schemaRefs/>
</ds:datastoreItem>
</file>

<file path=customXml/itemProps8.xml><?xml version="1.0" encoding="utf-8"?>
<ds:datastoreItem xmlns:ds="http://schemas.openxmlformats.org/officeDocument/2006/customXml" ds:itemID="{1334258C-C3E7-4029-A615-C886A240FB15}">
  <ds:schemaRefs/>
</ds:datastoreItem>
</file>

<file path=customXml/itemProps9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10.xml><?xml version="1.0" encoding="utf-8"?>
<ds:datastoreItem xmlns:ds="http://schemas.openxmlformats.org/officeDocument/2006/customXml" ds:itemID="{2EB4C41E-0201-403E-B674-C35FC9D83F82}">
  <ds:schemaRefs/>
</ds:datastoreItem>
</file>

<file path=customXml/itemProps11.xml><?xml version="1.0" encoding="utf-8"?>
<ds:datastoreItem xmlns:ds="http://schemas.openxmlformats.org/officeDocument/2006/customXml" ds:itemID="{B917EF7A-B11F-4137-A061-E3AFCEC45668}">
  <ds:schemaRefs/>
</ds:datastoreItem>
</file>

<file path=customXml/itemProps12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3.xml><?xml version="1.0" encoding="utf-8"?>
<ds:datastoreItem xmlns:ds="http://schemas.openxmlformats.org/officeDocument/2006/customXml" ds:itemID="{27900B32-6883-412F-8FAC-916A5B87173E}">
  <ds:schemaRefs/>
</ds:datastoreItem>
</file>

<file path=customXml/itemProps14.xml><?xml version="1.0" encoding="utf-8"?>
<ds:datastoreItem xmlns:ds="http://schemas.openxmlformats.org/officeDocument/2006/customXml" ds:itemID="{C086A146-0E09-4AA0-A3DC-33B2C18DA71A}">
  <ds:schemaRefs/>
</ds:datastoreItem>
</file>

<file path=customXml/itemProps15.xml><?xml version="1.0" encoding="utf-8"?>
<ds:datastoreItem xmlns:ds="http://schemas.openxmlformats.org/officeDocument/2006/customXml" ds:itemID="{09A4C5C1-E379-42C2-9CE4-96EAD0C517EB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148</Words>
  <Application>Microsoft Office PowerPoint</Application>
  <PresentationFormat>Custom</PresentationFormat>
  <Paragraphs>42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Verdana</vt:lpstr>
      <vt:lpstr>Blank</vt:lpstr>
      <vt:lpstr>thinkcell Slide</vt:lpstr>
      <vt:lpstr>A deconstructed comparison of DWM and LES wake aerodynamics</vt:lpstr>
      <vt:lpstr>Introduction to the project</vt:lpstr>
      <vt:lpstr>PowerPoint Presentation</vt:lpstr>
      <vt:lpstr>PowerPoint Presentation</vt:lpstr>
      <vt:lpstr>PowerPoint Presentation</vt:lpstr>
      <vt:lpstr>PowerPoint Presentation</vt:lpstr>
      <vt:lpstr>A deconstructed comparison of DWM and LES wake aerodynamics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12</cp:revision>
  <dcterms:created xsi:type="dcterms:W3CDTF">2026-10-05T14:51:38Z</dcterms:created>
  <dcterms:modified xsi:type="dcterms:W3CDTF">2026-10-06T13:22:20Z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