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notesSlides/notesSlide2.xml" ContentType="application/vnd.openxmlformats-officedocument.presentationml.notesSlide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16"/>
  </p:sldMasterIdLst>
  <p:notesMasterIdLst>
    <p:notesMasterId r:id="rId36"/>
  </p:notesMasterIdLst>
  <p:handoutMasterIdLst>
    <p:handoutMasterId r:id="rId37"/>
  </p:handoutMasterIdLst>
  <p:sldIdLst>
    <p:sldId id="500" r:id="rId17"/>
    <p:sldId id="511" r:id="rId18"/>
    <p:sldId id="512" r:id="rId19"/>
    <p:sldId id="513" r:id="rId20"/>
    <p:sldId id="506" r:id="rId21"/>
    <p:sldId id="510" r:id="rId22"/>
    <p:sldId id="508" r:id="rId23"/>
    <p:sldId id="507" r:id="rId24"/>
    <p:sldId id="514" r:id="rId25"/>
    <p:sldId id="515" r:id="rId26"/>
    <p:sldId id="505" r:id="rId27"/>
    <p:sldId id="522" r:id="rId28"/>
    <p:sldId id="520" r:id="rId29"/>
    <p:sldId id="519" r:id="rId30"/>
    <p:sldId id="518" r:id="rId31"/>
    <p:sldId id="516" r:id="rId32"/>
    <p:sldId id="523" r:id="rId33"/>
    <p:sldId id="525" r:id="rId34"/>
    <p:sldId id="524" r:id="rId35"/>
  </p:sldIdLst>
  <p:sldSz cx="12190413" cy="6858000"/>
  <p:notesSz cx="6858000" cy="9144000"/>
  <p:custDataLst>
    <p:tags r:id="rId38"/>
  </p:custDataLst>
  <p:defaultTextStyle>
    <a:defPPr>
      <a:defRPr lang="da-DK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9.10.2026" id="{0B5DC8F8-E1EE-42BB-8B04-6F1845B1FEAA}">
          <p14:sldIdLst>
            <p14:sldId id="500"/>
            <p14:sldId id="511"/>
            <p14:sldId id="512"/>
            <p14:sldId id="513"/>
            <p14:sldId id="506"/>
            <p14:sldId id="510"/>
            <p14:sldId id="508"/>
            <p14:sldId id="507"/>
            <p14:sldId id="514"/>
            <p14:sldId id="515"/>
          </p14:sldIdLst>
        </p14:section>
        <p14:section name="26.10.2026" id="{6BD670E4-1915-4540-9F17-215133EDEC5F}">
          <p14:sldIdLst>
            <p14:sldId id="505"/>
            <p14:sldId id="522"/>
            <p14:sldId id="520"/>
            <p14:sldId id="519"/>
            <p14:sldId id="518"/>
            <p14:sldId id="516"/>
            <p14:sldId id="523"/>
            <p14:sldId id="525"/>
            <p14:sldId id="524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ttias Andersson" initials="MA" lastIdx="1" clrIdx="0">
    <p:extLst>
      <p:ext uri="{19B8F6BF-5375-455C-9EA6-DF929625EA0E}">
        <p15:presenceInfo xmlns:p15="http://schemas.microsoft.com/office/powerpoint/2012/main" userId="S-1-5-21-4207196655-1284807994-987816898-558702" providerId="AD"/>
      </p:ext>
    </p:extLst>
  </p:cmAuthor>
  <p:cmAuthor id="2" name="Microsoft Office User" initials="MOU" lastIdx="1" clrIdx="1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F3EEA"/>
    <a:srgbClr val="990000"/>
    <a:srgbClr val="000000"/>
    <a:srgbClr val="FFCC00"/>
    <a:srgbClr val="FF6600"/>
    <a:srgbClr val="FF0000"/>
    <a:srgbClr val="FF0099"/>
    <a:srgbClr val="CC3399"/>
    <a:srgbClr val="66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FDFE87-B49A-4A5E-96B2-F6D24E9DA19B}" v="118" dt="2026-10-25T16:36:49.702"/>
  </p1510:revLst>
</p1510:revInfo>
</file>

<file path=ppt/tableStyles.xml><?xml version="1.0" encoding="utf-8"?>
<a:tblStyleLst xmlns:a="http://schemas.openxmlformats.org/drawingml/2006/main" def="{21E4AEA4-8DFA-4A89-87EB-49C32662AFE0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820" autoAdjust="0"/>
  </p:normalViewPr>
  <p:slideViewPr>
    <p:cSldViewPr showGuides="1">
      <p:cViewPr>
        <p:scale>
          <a:sx n="75" d="100"/>
          <a:sy n="75" d="100"/>
        </p:scale>
        <p:origin x="934" y="509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95" d="100"/>
          <a:sy n="95" d="100"/>
        </p:scale>
        <p:origin x="2512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customXml" Target="../customXml/item13.xml"/><Relationship Id="rId18" Type="http://schemas.openxmlformats.org/officeDocument/2006/relationships/slide" Target="slides/slide2.xml"/><Relationship Id="rId26" Type="http://schemas.openxmlformats.org/officeDocument/2006/relationships/slide" Target="slides/slide10.xml"/><Relationship Id="rId39" Type="http://schemas.openxmlformats.org/officeDocument/2006/relationships/commentAuthors" Target="commentAuthors.xml"/><Relationship Id="rId21" Type="http://schemas.openxmlformats.org/officeDocument/2006/relationships/slide" Target="slides/slide5.xml"/><Relationship Id="rId34" Type="http://schemas.openxmlformats.org/officeDocument/2006/relationships/slide" Target="slides/slide18.xml"/><Relationship Id="rId42" Type="http://schemas.openxmlformats.org/officeDocument/2006/relationships/theme" Target="theme/theme1.xml"/><Relationship Id="rId7" Type="http://schemas.openxmlformats.org/officeDocument/2006/relationships/customXml" Target="../customXml/item7.xml"/><Relationship Id="rId2" Type="http://schemas.openxmlformats.org/officeDocument/2006/relationships/customXml" Target="../customXml/item2.xml"/><Relationship Id="rId16" Type="http://schemas.openxmlformats.org/officeDocument/2006/relationships/slideMaster" Target="slideMasters/slideMaster1.xml"/><Relationship Id="rId29" Type="http://schemas.openxmlformats.org/officeDocument/2006/relationships/slide" Target="slides/slide13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8.xml"/><Relationship Id="rId32" Type="http://schemas.openxmlformats.org/officeDocument/2006/relationships/slide" Target="slides/slide16.xml"/><Relationship Id="rId37" Type="http://schemas.openxmlformats.org/officeDocument/2006/relationships/handoutMaster" Target="handoutMasters/handoutMaster1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slide" Target="slides/slide7.xml"/><Relationship Id="rId28" Type="http://schemas.openxmlformats.org/officeDocument/2006/relationships/slide" Target="slides/slide12.xml"/><Relationship Id="rId36" Type="http://schemas.openxmlformats.org/officeDocument/2006/relationships/notesMaster" Target="notesMasters/notesMaster1.xml"/><Relationship Id="rId10" Type="http://schemas.openxmlformats.org/officeDocument/2006/relationships/customXml" Target="../customXml/item10.xml"/><Relationship Id="rId19" Type="http://schemas.openxmlformats.org/officeDocument/2006/relationships/slide" Target="slides/slide3.xml"/><Relationship Id="rId31" Type="http://schemas.openxmlformats.org/officeDocument/2006/relationships/slide" Target="slides/slide15.xml"/><Relationship Id="rId44" Type="http://schemas.microsoft.com/office/2016/11/relationships/changesInfo" Target="changesInfos/changesInfo1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slide" Target="slides/slide6.xml"/><Relationship Id="rId27" Type="http://schemas.openxmlformats.org/officeDocument/2006/relationships/slide" Target="slides/slide11.xml"/><Relationship Id="rId30" Type="http://schemas.openxmlformats.org/officeDocument/2006/relationships/slide" Target="slides/slide14.xml"/><Relationship Id="rId35" Type="http://schemas.openxmlformats.org/officeDocument/2006/relationships/slide" Target="slides/slide19.xml"/><Relationship Id="rId43" Type="http://schemas.openxmlformats.org/officeDocument/2006/relationships/tableStyles" Target="tableStyles.xml"/><Relationship Id="rId8" Type="http://schemas.openxmlformats.org/officeDocument/2006/relationships/customXml" Target="../customXml/item8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slide" Target="slides/slide1.xml"/><Relationship Id="rId25" Type="http://schemas.openxmlformats.org/officeDocument/2006/relationships/slide" Target="slides/slide9.xml"/><Relationship Id="rId33" Type="http://schemas.openxmlformats.org/officeDocument/2006/relationships/slide" Target="slides/slide17.xml"/><Relationship Id="rId38" Type="http://schemas.openxmlformats.org/officeDocument/2006/relationships/tags" Target="tags/tag1.xml"/><Relationship Id="rId20" Type="http://schemas.openxmlformats.org/officeDocument/2006/relationships/slide" Target="slides/slide4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y Bink" userId="4b4987a9054c8c26" providerId="LiveId" clId="{A48D91C7-8BDC-459E-BF94-44DF87A5F811}"/>
    <pc:docChg chg="undo custSel addSld delSld modSld sldOrd modSection">
      <pc:chgData name="joey Bink" userId="4b4987a9054c8c26" providerId="LiveId" clId="{A48D91C7-8BDC-459E-BF94-44DF87A5F811}" dt="2026-10-25T16:50:48.767" v="601" actId="47"/>
      <pc:docMkLst>
        <pc:docMk/>
      </pc:docMkLst>
      <pc:sldChg chg="modSp">
        <pc:chgData name="joey Bink" userId="4b4987a9054c8c26" providerId="LiveId" clId="{A48D91C7-8BDC-459E-BF94-44DF87A5F811}" dt="2026-10-24T13:17:33.280" v="20" actId="1076"/>
        <pc:sldMkLst>
          <pc:docMk/>
          <pc:sldMk cId="2179167034" sldId="522"/>
        </pc:sldMkLst>
        <pc:spChg chg="mod">
          <ac:chgData name="joey Bink" userId="4b4987a9054c8c26" providerId="LiveId" clId="{A48D91C7-8BDC-459E-BF94-44DF87A5F811}" dt="2026-10-24T13:17:33.280" v="20" actId="1076"/>
          <ac:spMkLst>
            <pc:docMk/>
            <pc:sldMk cId="2179167034" sldId="522"/>
            <ac:spMk id="3" creationId="{4F2A2241-E328-241A-44DE-C1BD72B3FFDC}"/>
          </ac:spMkLst>
        </pc:spChg>
      </pc:sldChg>
      <pc:sldChg chg="addSp delSp modSp mod">
        <pc:chgData name="joey Bink" userId="4b4987a9054c8c26" providerId="LiveId" clId="{A48D91C7-8BDC-459E-BF94-44DF87A5F811}" dt="2026-10-25T16:36:49.702" v="598" actId="1076"/>
        <pc:sldMkLst>
          <pc:docMk/>
          <pc:sldMk cId="327460808" sldId="523"/>
        </pc:sldMkLst>
        <pc:spChg chg="mod">
          <ac:chgData name="joey Bink" userId="4b4987a9054c8c26" providerId="LiveId" clId="{A48D91C7-8BDC-459E-BF94-44DF87A5F811}" dt="2026-10-25T15:58:49.361" v="436" actId="1076"/>
          <ac:spMkLst>
            <pc:docMk/>
            <pc:sldMk cId="327460808" sldId="523"/>
            <ac:spMk id="2" creationId="{D7173394-A03E-A3BF-B8B3-B48208692B94}"/>
          </ac:spMkLst>
        </pc:spChg>
        <pc:spChg chg="add mod">
          <ac:chgData name="joey Bink" userId="4b4987a9054c8c26" providerId="LiveId" clId="{A48D91C7-8BDC-459E-BF94-44DF87A5F811}" dt="2026-10-25T15:59:03.047" v="437" actId="1076"/>
          <ac:spMkLst>
            <pc:docMk/>
            <pc:sldMk cId="327460808" sldId="523"/>
            <ac:spMk id="3" creationId="{449351AA-8F25-51DB-FC3F-DCE472FE93B5}"/>
          </ac:spMkLst>
        </pc:spChg>
        <pc:spChg chg="del">
          <ac:chgData name="joey Bink" userId="4b4987a9054c8c26" providerId="LiveId" clId="{A48D91C7-8BDC-459E-BF94-44DF87A5F811}" dt="2026-10-24T13:12:08.589" v="0" actId="478"/>
          <ac:spMkLst>
            <pc:docMk/>
            <pc:sldMk cId="327460808" sldId="523"/>
            <ac:spMk id="3" creationId="{54791EAE-A5A4-E2C7-95BF-17D1FFCBE248}"/>
          </ac:spMkLst>
        </pc:spChg>
        <pc:spChg chg="add mod">
          <ac:chgData name="joey Bink" userId="4b4987a9054c8c26" providerId="LiveId" clId="{A48D91C7-8BDC-459E-BF94-44DF87A5F811}" dt="2026-10-25T15:59:03.047" v="437" actId="1076"/>
          <ac:spMkLst>
            <pc:docMk/>
            <pc:sldMk cId="327460808" sldId="523"/>
            <ac:spMk id="10" creationId="{3AEC6F4D-39BF-1AE1-E009-B05A9759C7FC}"/>
          </ac:spMkLst>
        </pc:spChg>
        <pc:spChg chg="add mod">
          <ac:chgData name="joey Bink" userId="4b4987a9054c8c26" providerId="LiveId" clId="{A48D91C7-8BDC-459E-BF94-44DF87A5F811}" dt="2026-10-25T16:36:49.702" v="598" actId="1076"/>
          <ac:spMkLst>
            <pc:docMk/>
            <pc:sldMk cId="327460808" sldId="523"/>
            <ac:spMk id="12" creationId="{B4E629D4-B379-C414-C40E-4BEF82556ACF}"/>
          </ac:spMkLst>
        </pc:spChg>
        <pc:spChg chg="add mod">
          <ac:chgData name="joey Bink" userId="4b4987a9054c8c26" providerId="LiveId" clId="{A48D91C7-8BDC-459E-BF94-44DF87A5F811}" dt="2026-10-25T15:59:03.047" v="437" actId="1076"/>
          <ac:spMkLst>
            <pc:docMk/>
            <pc:sldMk cId="327460808" sldId="523"/>
            <ac:spMk id="13" creationId="{9ABEFCF6-5E04-234B-D9C3-45A47622C4CF}"/>
          </ac:spMkLst>
        </pc:spChg>
        <pc:spChg chg="add mod">
          <ac:chgData name="joey Bink" userId="4b4987a9054c8c26" providerId="LiveId" clId="{A48D91C7-8BDC-459E-BF94-44DF87A5F811}" dt="2026-10-25T15:58:49.361" v="436" actId="1076"/>
          <ac:spMkLst>
            <pc:docMk/>
            <pc:sldMk cId="327460808" sldId="523"/>
            <ac:spMk id="14" creationId="{F14A581C-40DD-38F7-368C-D80E9AF45C6C}"/>
          </ac:spMkLst>
        </pc:spChg>
        <pc:spChg chg="add mod">
          <ac:chgData name="joey Bink" userId="4b4987a9054c8c26" providerId="LiveId" clId="{A48D91C7-8BDC-459E-BF94-44DF87A5F811}" dt="2026-10-25T16:36:49.702" v="598" actId="1076"/>
          <ac:spMkLst>
            <pc:docMk/>
            <pc:sldMk cId="327460808" sldId="523"/>
            <ac:spMk id="16" creationId="{45904EA8-44BD-997E-631C-5B2B03EA1FAF}"/>
          </ac:spMkLst>
        </pc:spChg>
        <pc:picChg chg="add del mod ord modCrop">
          <ac:chgData name="joey Bink" userId="4b4987a9054c8c26" providerId="LiveId" clId="{A48D91C7-8BDC-459E-BF94-44DF87A5F811}" dt="2026-10-25T15:59:56.049" v="439" actId="478"/>
          <ac:picMkLst>
            <pc:docMk/>
            <pc:sldMk cId="327460808" sldId="523"/>
            <ac:picMk id="9" creationId="{B2D9DC51-3B89-8E14-BD9B-0523EC89E43F}"/>
          </ac:picMkLst>
        </pc:picChg>
        <pc:picChg chg="add del mod ord">
          <ac:chgData name="joey Bink" userId="4b4987a9054c8c26" providerId="LiveId" clId="{A48D91C7-8BDC-459E-BF94-44DF87A5F811}" dt="2026-10-25T16:01:36.390" v="446" actId="478"/>
          <ac:picMkLst>
            <pc:docMk/>
            <pc:sldMk cId="327460808" sldId="523"/>
            <ac:picMk id="11" creationId="{A62DE72D-6BD5-4B86-60C1-3F084C35E495}"/>
          </ac:picMkLst>
        </pc:picChg>
        <pc:picChg chg="add mod ord">
          <ac:chgData name="joey Bink" userId="4b4987a9054c8c26" providerId="LiveId" clId="{A48D91C7-8BDC-459E-BF94-44DF87A5F811}" dt="2026-10-25T16:36:49.702" v="598" actId="1076"/>
          <ac:picMkLst>
            <pc:docMk/>
            <pc:sldMk cId="327460808" sldId="523"/>
            <ac:picMk id="17" creationId="{C3499F6E-5C4A-0E5F-944F-75036F485DA4}"/>
          </ac:picMkLst>
        </pc:picChg>
        <pc:picChg chg="add mod ord">
          <ac:chgData name="joey Bink" userId="4b4987a9054c8c26" providerId="LiveId" clId="{A48D91C7-8BDC-459E-BF94-44DF87A5F811}" dt="2026-10-25T16:36:49.702" v="598" actId="1076"/>
          <ac:picMkLst>
            <pc:docMk/>
            <pc:sldMk cId="327460808" sldId="523"/>
            <ac:picMk id="19" creationId="{9267CA7F-2AE3-5324-A1E4-1772BA4CF7E6}"/>
          </ac:picMkLst>
        </pc:picChg>
      </pc:sldChg>
      <pc:sldChg chg="addSp delSp modSp add mod">
        <pc:chgData name="joey Bink" userId="4b4987a9054c8c26" providerId="LiveId" clId="{A48D91C7-8BDC-459E-BF94-44DF87A5F811}" dt="2026-10-25T16:30:52.702" v="597" actId="1076"/>
        <pc:sldMkLst>
          <pc:docMk/>
          <pc:sldMk cId="3109698927" sldId="525"/>
        </pc:sldMkLst>
        <pc:spChg chg="mod">
          <ac:chgData name="joey Bink" userId="4b4987a9054c8c26" providerId="LiveId" clId="{A48D91C7-8BDC-459E-BF94-44DF87A5F811}" dt="2026-10-25T16:06:21.196" v="484" actId="1076"/>
          <ac:spMkLst>
            <pc:docMk/>
            <pc:sldMk cId="3109698927" sldId="525"/>
            <ac:spMk id="2" creationId="{32DC51DC-C8E1-4674-3FB1-C57199889F06}"/>
          </ac:spMkLst>
        </pc:spChg>
        <pc:spChg chg="add del mod">
          <ac:chgData name="joey Bink" userId="4b4987a9054c8c26" providerId="LiveId" clId="{A48D91C7-8BDC-459E-BF94-44DF87A5F811}" dt="2026-10-24T13:29:01.014" v="295"/>
          <ac:spMkLst>
            <pc:docMk/>
            <pc:sldMk cId="3109698927" sldId="525"/>
            <ac:spMk id="3" creationId="{A7E29ABF-ABC9-BFFB-3963-68C331D91FD9}"/>
          </ac:spMkLst>
        </pc:spChg>
        <pc:spChg chg="del mod">
          <ac:chgData name="joey Bink" userId="4b4987a9054c8c26" providerId="LiveId" clId="{A48D91C7-8BDC-459E-BF94-44DF87A5F811}" dt="2026-10-24T13:28:29.851" v="270" actId="478"/>
          <ac:spMkLst>
            <pc:docMk/>
            <pc:sldMk cId="3109698927" sldId="525"/>
            <ac:spMk id="12" creationId="{3A046637-EB6A-1691-82AA-7801CD36B39E}"/>
          </ac:spMkLst>
        </pc:spChg>
        <pc:spChg chg="del">
          <ac:chgData name="joey Bink" userId="4b4987a9054c8c26" providerId="LiveId" clId="{A48D91C7-8BDC-459E-BF94-44DF87A5F811}" dt="2026-10-24T13:55:10.014" v="308" actId="478"/>
          <ac:spMkLst>
            <pc:docMk/>
            <pc:sldMk cId="3109698927" sldId="525"/>
            <ac:spMk id="14" creationId="{AC83E023-2D6D-D7A9-B350-D3D0B05562A1}"/>
          </ac:spMkLst>
        </pc:spChg>
        <pc:spChg chg="add mod">
          <ac:chgData name="joey Bink" userId="4b4987a9054c8c26" providerId="LiveId" clId="{A48D91C7-8BDC-459E-BF94-44DF87A5F811}" dt="2026-10-25T16:30:52.702" v="597" actId="1076"/>
          <ac:spMkLst>
            <pc:docMk/>
            <pc:sldMk cId="3109698927" sldId="525"/>
            <ac:spMk id="15" creationId="{88211A0A-070C-6698-6087-054B065A4114}"/>
          </ac:spMkLst>
        </pc:spChg>
        <pc:spChg chg="del">
          <ac:chgData name="joey Bink" userId="4b4987a9054c8c26" providerId="LiveId" clId="{A48D91C7-8BDC-459E-BF94-44DF87A5F811}" dt="2026-10-24T13:28:31.106" v="271" actId="478"/>
          <ac:spMkLst>
            <pc:docMk/>
            <pc:sldMk cId="3109698927" sldId="525"/>
            <ac:spMk id="16" creationId="{495AB5F2-3FFA-519A-0150-A1579E6BF96C}"/>
          </ac:spMkLst>
        </pc:spChg>
        <pc:spChg chg="add mod">
          <ac:chgData name="joey Bink" userId="4b4987a9054c8c26" providerId="LiveId" clId="{A48D91C7-8BDC-459E-BF94-44DF87A5F811}" dt="2026-10-25T16:30:52.702" v="597" actId="1076"/>
          <ac:spMkLst>
            <pc:docMk/>
            <pc:sldMk cId="3109698927" sldId="525"/>
            <ac:spMk id="17" creationId="{26ACBE45-108E-05CC-3ADD-DF34AF0CE756}"/>
          </ac:spMkLst>
        </pc:spChg>
        <pc:spChg chg="add mod">
          <ac:chgData name="joey Bink" userId="4b4987a9054c8c26" providerId="LiveId" clId="{A48D91C7-8BDC-459E-BF94-44DF87A5F811}" dt="2026-10-25T16:30:52.702" v="597" actId="1076"/>
          <ac:spMkLst>
            <pc:docMk/>
            <pc:sldMk cId="3109698927" sldId="525"/>
            <ac:spMk id="19" creationId="{F6093DE7-2F97-8006-FB53-FA93E18295C2}"/>
          </ac:spMkLst>
        </pc:spChg>
        <pc:spChg chg="add mod">
          <ac:chgData name="joey Bink" userId="4b4987a9054c8c26" providerId="LiveId" clId="{A48D91C7-8BDC-459E-BF94-44DF87A5F811}" dt="2026-10-25T16:30:52.702" v="597" actId="1076"/>
          <ac:spMkLst>
            <pc:docMk/>
            <pc:sldMk cId="3109698927" sldId="525"/>
            <ac:spMk id="21" creationId="{0268B5D4-6178-C0E6-DCD2-FB21AD824AE4}"/>
          </ac:spMkLst>
        </pc:spChg>
        <pc:picChg chg="add mod">
          <ac:chgData name="joey Bink" userId="4b4987a9054c8c26" providerId="LiveId" clId="{A48D91C7-8BDC-459E-BF94-44DF87A5F811}" dt="2026-10-25T16:30:52.702" v="597" actId="1076"/>
          <ac:picMkLst>
            <pc:docMk/>
            <pc:sldMk cId="3109698927" sldId="525"/>
            <ac:picMk id="8" creationId="{3D428EBD-4E31-9395-E766-0DE6459FA61A}"/>
          </ac:picMkLst>
        </pc:picChg>
        <pc:picChg chg="del">
          <ac:chgData name="joey Bink" userId="4b4987a9054c8c26" providerId="LiveId" clId="{A48D91C7-8BDC-459E-BF94-44DF87A5F811}" dt="2026-10-24T13:28:27.676" v="268" actId="478"/>
          <ac:picMkLst>
            <pc:docMk/>
            <pc:sldMk cId="3109698927" sldId="525"/>
            <ac:picMk id="9" creationId="{C5A11FEF-DA81-AF4E-77D3-67C5365FC573}"/>
          </ac:picMkLst>
        </pc:picChg>
        <pc:picChg chg="add mod">
          <ac:chgData name="joey Bink" userId="4b4987a9054c8c26" providerId="LiveId" clId="{A48D91C7-8BDC-459E-BF94-44DF87A5F811}" dt="2026-10-25T16:30:52.702" v="597" actId="1076"/>
          <ac:picMkLst>
            <pc:docMk/>
            <pc:sldMk cId="3109698927" sldId="525"/>
            <ac:picMk id="10" creationId="{A8BAA4AC-EF4E-3019-3D48-794067070996}"/>
          </ac:picMkLst>
        </pc:picChg>
        <pc:picChg chg="del">
          <ac:chgData name="joey Bink" userId="4b4987a9054c8c26" providerId="LiveId" clId="{A48D91C7-8BDC-459E-BF94-44DF87A5F811}" dt="2026-10-24T13:28:31.617" v="272" actId="478"/>
          <ac:picMkLst>
            <pc:docMk/>
            <pc:sldMk cId="3109698927" sldId="525"/>
            <ac:picMk id="11" creationId="{1F99F75F-CB55-845B-0FCB-25F9C05CB2C0}"/>
          </ac:picMkLst>
        </pc:picChg>
        <pc:picChg chg="add mod">
          <ac:chgData name="joey Bink" userId="4b4987a9054c8c26" providerId="LiveId" clId="{A48D91C7-8BDC-459E-BF94-44DF87A5F811}" dt="2026-10-25T16:30:52.702" v="597" actId="1076"/>
          <ac:picMkLst>
            <pc:docMk/>
            <pc:sldMk cId="3109698927" sldId="525"/>
            <ac:picMk id="12" creationId="{83336CA8-5442-2CD2-7A44-E24D2C4678EE}"/>
          </ac:picMkLst>
        </pc:picChg>
        <pc:picChg chg="add mod">
          <ac:chgData name="joey Bink" userId="4b4987a9054c8c26" providerId="LiveId" clId="{A48D91C7-8BDC-459E-BF94-44DF87A5F811}" dt="2026-10-25T16:30:52.702" v="597" actId="1076"/>
          <ac:picMkLst>
            <pc:docMk/>
            <pc:sldMk cId="3109698927" sldId="525"/>
            <ac:picMk id="14" creationId="{1EAD45B5-6C59-C928-15A2-01A6080B2791}"/>
          </ac:picMkLst>
        </pc:picChg>
      </pc:sldChg>
      <pc:sldChg chg="addSp delSp modSp add del mod ord">
        <pc:chgData name="joey Bink" userId="4b4987a9054c8c26" providerId="LiveId" clId="{A48D91C7-8BDC-459E-BF94-44DF87A5F811}" dt="2026-10-25T16:50:48.767" v="601" actId="47"/>
        <pc:sldMkLst>
          <pc:docMk/>
          <pc:sldMk cId="1492636578" sldId="526"/>
        </pc:sldMkLst>
        <pc:spChg chg="mod">
          <ac:chgData name="joey Bink" userId="4b4987a9054c8c26" providerId="LiveId" clId="{A48D91C7-8BDC-459E-BF94-44DF87A5F811}" dt="2026-10-24T13:55:24.267" v="310" actId="20577"/>
          <ac:spMkLst>
            <pc:docMk/>
            <pc:sldMk cId="1492636578" sldId="526"/>
            <ac:spMk id="2" creationId="{BBBADC4C-F9A1-C58E-8E6C-161956C04420}"/>
          </ac:spMkLst>
        </pc:spChg>
        <pc:spChg chg="add mod">
          <ac:chgData name="joey Bink" userId="4b4987a9054c8c26" providerId="LiveId" clId="{A48D91C7-8BDC-459E-BF94-44DF87A5F811}" dt="2026-10-24T13:55:41.050" v="313" actId="1076"/>
          <ac:spMkLst>
            <pc:docMk/>
            <pc:sldMk cId="1492636578" sldId="526"/>
            <ac:spMk id="8" creationId="{266A79D2-20A7-A61F-1CAF-A08573C61C3B}"/>
          </ac:spMkLst>
        </pc:spChg>
        <pc:spChg chg="add del mod">
          <ac:chgData name="joey Bink" userId="4b4987a9054c8c26" providerId="LiveId" clId="{A48D91C7-8BDC-459E-BF94-44DF87A5F811}" dt="2026-10-24T13:55:46.283" v="316"/>
          <ac:spMkLst>
            <pc:docMk/>
            <pc:sldMk cId="1492636578" sldId="526"/>
            <ac:spMk id="9" creationId="{1356EAAB-3851-1D0C-B08A-46DBD9A1732B}"/>
          </ac:spMkLst>
        </pc:spChg>
      </pc:sldChg>
    </pc:docChg>
  </pc:docChgLst>
  <pc:docChgLst>
    <pc:chgData name="Ignacio Hector Caviglia" userId="3fee0988-6c20-4138-8d44-544a5098d377" providerId="ADAL" clId="{E38CA375-B9F8-479D-9119-80579E771090}"/>
    <pc:docChg chg="undo redo custSel addSld delSld modSld sldOrd modSection">
      <pc:chgData name="Ignacio Hector Caviglia" userId="3fee0988-6c20-4138-8d44-544a5098d377" providerId="ADAL" clId="{E38CA375-B9F8-479D-9119-80579E771090}" dt="2026-10-22T11:40:32.941" v="4438" actId="20577"/>
      <pc:docMkLst>
        <pc:docMk/>
      </pc:docMkLst>
      <pc:sldChg chg="modSp mod">
        <pc:chgData name="Ignacio Hector Caviglia" userId="3fee0988-6c20-4138-8d44-544a5098d377" providerId="ADAL" clId="{E38CA375-B9F8-479D-9119-80579E771090}" dt="2026-10-22T08:11:17.799" v="2275" actId="20577"/>
        <pc:sldMkLst>
          <pc:docMk/>
          <pc:sldMk cId="982542195" sldId="500"/>
        </pc:sldMkLst>
        <pc:spChg chg="mod">
          <ac:chgData name="Ignacio Hector Caviglia" userId="3fee0988-6c20-4138-8d44-544a5098d377" providerId="ADAL" clId="{E38CA375-B9F8-479D-9119-80579E771090}" dt="2026-10-22T08:11:17.799" v="2275" actId="20577"/>
          <ac:spMkLst>
            <pc:docMk/>
            <pc:sldMk cId="982542195" sldId="500"/>
            <ac:spMk id="12" creationId="{F07FF698-C02A-844F-9BE5-60293E03B8EE}"/>
          </ac:spMkLst>
        </pc:spChg>
      </pc:sldChg>
      <pc:sldChg chg="modSp mod">
        <pc:chgData name="Ignacio Hector Caviglia" userId="3fee0988-6c20-4138-8d44-544a5098d377" providerId="ADAL" clId="{E38CA375-B9F8-479D-9119-80579E771090}" dt="2026-10-22T08:11:24.284" v="2279" actId="20577"/>
        <pc:sldMkLst>
          <pc:docMk/>
          <pc:sldMk cId="1652244138" sldId="505"/>
        </pc:sldMkLst>
        <pc:spChg chg="mod">
          <ac:chgData name="Ignacio Hector Caviglia" userId="3fee0988-6c20-4138-8d44-544a5098d377" providerId="ADAL" clId="{E38CA375-B9F8-479D-9119-80579E771090}" dt="2026-10-22T08:11:24.284" v="2279" actId="20577"/>
          <ac:spMkLst>
            <pc:docMk/>
            <pc:sldMk cId="1652244138" sldId="505"/>
            <ac:spMk id="12" creationId="{94C1F8A3-0DA4-549E-A429-E68E6E56967D}"/>
          </ac:spMkLst>
        </pc:spChg>
      </pc:sldChg>
      <pc:sldChg chg="addSp modSp mod">
        <pc:chgData name="Ignacio Hector Caviglia" userId="3fee0988-6c20-4138-8d44-544a5098d377" providerId="ADAL" clId="{E38CA375-B9F8-479D-9119-80579E771090}" dt="2026-10-19T07:41:00.521" v="2272" actId="20577"/>
        <pc:sldMkLst>
          <pc:docMk/>
          <pc:sldMk cId="1347308029" sldId="506"/>
        </pc:sldMkLst>
        <pc:spChg chg="add mod">
          <ac:chgData name="Ignacio Hector Caviglia" userId="3fee0988-6c20-4138-8d44-544a5098d377" providerId="ADAL" clId="{E38CA375-B9F8-479D-9119-80579E771090}" dt="2026-10-19T07:41:00.521" v="2272" actId="20577"/>
          <ac:spMkLst>
            <pc:docMk/>
            <pc:sldMk cId="1347308029" sldId="506"/>
            <ac:spMk id="3" creationId="{E359039D-58FB-90CE-8ED3-A9440DBEA3EB}"/>
          </ac:spMkLst>
        </pc:spChg>
        <pc:spChg chg="mod ord">
          <ac:chgData name="Ignacio Hector Caviglia" userId="3fee0988-6c20-4138-8d44-544a5098d377" providerId="ADAL" clId="{E38CA375-B9F8-479D-9119-80579E771090}" dt="2026-10-18T17:32:21.376" v="1182"/>
          <ac:spMkLst>
            <pc:docMk/>
            <pc:sldMk cId="1347308029" sldId="506"/>
            <ac:spMk id="4" creationId="{AC039CF2-45DE-5432-1414-79802D7E850C}"/>
          </ac:spMkLst>
        </pc:spChg>
        <pc:spChg chg="mod ord">
          <ac:chgData name="Ignacio Hector Caviglia" userId="3fee0988-6c20-4138-8d44-544a5098d377" providerId="ADAL" clId="{E38CA375-B9F8-479D-9119-80579E771090}" dt="2026-10-18T17:32:21.376" v="1184"/>
          <ac:spMkLst>
            <pc:docMk/>
            <pc:sldMk cId="1347308029" sldId="506"/>
            <ac:spMk id="5" creationId="{6EFE0B0B-AAB4-C020-BDFB-8F6380B68AE9}"/>
          </ac:spMkLst>
        </pc:spChg>
        <pc:spChg chg="mod">
          <ac:chgData name="Ignacio Hector Caviglia" userId="3fee0988-6c20-4138-8d44-544a5098d377" providerId="ADAL" clId="{E38CA375-B9F8-479D-9119-80579E771090}" dt="2026-10-18T17:32:21.376" v="1180"/>
          <ac:spMkLst>
            <pc:docMk/>
            <pc:sldMk cId="1347308029" sldId="506"/>
            <ac:spMk id="16" creationId="{47488D8A-FD9D-A3E2-0B4D-4ED61146D259}"/>
          </ac:spMkLst>
        </pc:spChg>
        <pc:spChg chg="mod ord">
          <ac:chgData name="Ignacio Hector Caviglia" userId="3fee0988-6c20-4138-8d44-544a5098d377" providerId="ADAL" clId="{E38CA375-B9F8-479D-9119-80579E771090}" dt="2026-10-18T17:32:21.382" v="1187"/>
          <ac:spMkLst>
            <pc:docMk/>
            <pc:sldMk cId="1347308029" sldId="506"/>
            <ac:spMk id="23" creationId="{82C78FE6-A666-B414-4483-5F9564CA3C02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7:32:21.382" v="1189"/>
          <ac:graphicFrameMkLst>
            <pc:docMk/>
            <pc:sldMk cId="1347308029" sldId="506"/>
            <ac:graphicFrameMk id="2" creationId="{653747DB-500C-F72B-C6D9-04CDF4DED381}"/>
          </ac:graphicFrameMkLst>
        </pc:graphicFrameChg>
        <pc:picChg chg="mod">
          <ac:chgData name="Ignacio Hector Caviglia" userId="3fee0988-6c20-4138-8d44-544a5098d377" providerId="ADAL" clId="{E38CA375-B9F8-479D-9119-80579E771090}" dt="2026-10-18T17:39:34.196" v="1454" actId="1036"/>
          <ac:picMkLst>
            <pc:docMk/>
            <pc:sldMk cId="1347308029" sldId="506"/>
            <ac:picMk id="22" creationId="{41B0FF26-B205-9AAD-A80E-C8C015796896}"/>
          </ac:picMkLst>
        </pc:picChg>
      </pc:sldChg>
      <pc:sldChg chg="addSp modSp mod">
        <pc:chgData name="Ignacio Hector Caviglia" userId="3fee0988-6c20-4138-8d44-544a5098d377" providerId="ADAL" clId="{E38CA375-B9F8-479D-9119-80579E771090}" dt="2026-10-18T17:42:05.384" v="1496"/>
        <pc:sldMkLst>
          <pc:docMk/>
          <pc:sldMk cId="72060593" sldId="507"/>
        </pc:sldMkLst>
        <pc:spChg chg="mod">
          <ac:chgData name="Ignacio Hector Caviglia" userId="3fee0988-6c20-4138-8d44-544a5098d377" providerId="ADAL" clId="{E38CA375-B9F8-479D-9119-80579E771090}" dt="2026-10-18T17:42:05.384" v="1496"/>
          <ac:spMkLst>
            <pc:docMk/>
            <pc:sldMk cId="72060593" sldId="507"/>
            <ac:spMk id="2" creationId="{0406AECF-746F-7297-C12C-524ED3F3B138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4:30.587" v="254"/>
          <ac:graphicFrameMkLst>
            <pc:docMk/>
            <pc:sldMk cId="72060593" sldId="507"/>
            <ac:graphicFrameMk id="3" creationId="{1553FD90-D78D-4B37-E40D-F1DE3402582E}"/>
          </ac:graphicFrameMkLst>
        </pc:graphicFrameChg>
      </pc:sldChg>
      <pc:sldChg chg="addSp modSp mod ord">
        <pc:chgData name="Ignacio Hector Caviglia" userId="3fee0988-6c20-4138-8d44-544a5098d377" providerId="ADAL" clId="{E38CA375-B9F8-479D-9119-80579E771090}" dt="2026-10-18T17:42:42.664" v="1498" actId="1076"/>
        <pc:sldMkLst>
          <pc:docMk/>
          <pc:sldMk cId="2945351217" sldId="508"/>
        </pc:sldMkLst>
        <pc:spChg chg="mod">
          <ac:chgData name="Ignacio Hector Caviglia" userId="3fee0988-6c20-4138-8d44-544a5098d377" providerId="ADAL" clId="{E38CA375-B9F8-479D-9119-80579E771090}" dt="2026-10-18T17:41:55.787" v="1474"/>
          <ac:spMkLst>
            <pc:docMk/>
            <pc:sldMk cId="2945351217" sldId="508"/>
            <ac:spMk id="2" creationId="{B3C86370-FB49-9955-657E-44133835ED8C}"/>
          </ac:spMkLst>
        </pc:spChg>
        <pc:spChg chg="mod ord">
          <ac:chgData name="Ignacio Hector Caviglia" userId="3fee0988-6c20-4138-8d44-544a5098d377" providerId="ADAL" clId="{E38CA375-B9F8-479D-9119-80579E771090}" dt="2026-10-18T16:14:53.176" v="288"/>
          <ac:spMkLst>
            <pc:docMk/>
            <pc:sldMk cId="2945351217" sldId="508"/>
            <ac:spMk id="4" creationId="{D33133D0-575F-87D0-6120-C35AACAAA23A}"/>
          </ac:spMkLst>
        </pc:spChg>
        <pc:spChg chg="mod ord">
          <ac:chgData name="Ignacio Hector Caviglia" userId="3fee0988-6c20-4138-8d44-544a5098d377" providerId="ADAL" clId="{E38CA375-B9F8-479D-9119-80579E771090}" dt="2026-10-18T16:14:53.176" v="290"/>
          <ac:spMkLst>
            <pc:docMk/>
            <pc:sldMk cId="2945351217" sldId="508"/>
            <ac:spMk id="5" creationId="{19A55D8A-A323-FAE3-DE97-309753485243}"/>
          </ac:spMkLst>
        </pc:spChg>
        <pc:spChg chg="mod ord">
          <ac:chgData name="Ignacio Hector Caviglia" userId="3fee0988-6c20-4138-8d44-544a5098d377" providerId="ADAL" clId="{E38CA375-B9F8-479D-9119-80579E771090}" dt="2026-10-18T16:14:53.176" v="292"/>
          <ac:spMkLst>
            <pc:docMk/>
            <pc:sldMk cId="2945351217" sldId="508"/>
            <ac:spMk id="6" creationId="{603D0CAB-C913-5A94-5886-FB2E29391F88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4:53.190" v="296"/>
          <ac:graphicFrameMkLst>
            <pc:docMk/>
            <pc:sldMk cId="2945351217" sldId="508"/>
            <ac:graphicFrameMk id="3" creationId="{6602404A-5445-2E73-65E2-07904BD893CC}"/>
          </ac:graphicFrameMkLst>
        </pc:graphicFrameChg>
        <pc:picChg chg="mod">
          <ac:chgData name="Ignacio Hector Caviglia" userId="3fee0988-6c20-4138-8d44-544a5098d377" providerId="ADAL" clId="{E38CA375-B9F8-479D-9119-80579E771090}" dt="2026-10-18T17:42:42.664" v="1498" actId="1076"/>
          <ac:picMkLst>
            <pc:docMk/>
            <pc:sldMk cId="2945351217" sldId="508"/>
            <ac:picMk id="7" creationId="{8CDD283D-C942-594E-9CE2-628C0D0CA760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8T17:18:18.400" v="979"/>
        <pc:sldMkLst>
          <pc:docMk/>
          <pc:sldMk cId="2297778596" sldId="510"/>
        </pc:sldMkLst>
        <pc:spChg chg="mod">
          <ac:chgData name="Ignacio Hector Caviglia" userId="3fee0988-6c20-4138-8d44-544a5098d377" providerId="ADAL" clId="{E38CA375-B9F8-479D-9119-80579E771090}" dt="2026-10-18T17:18:18.400" v="979"/>
          <ac:spMkLst>
            <pc:docMk/>
            <pc:sldMk cId="2297778596" sldId="510"/>
            <ac:spMk id="2" creationId="{3F612DB9-1130-E7CC-D701-F046DB80E46E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57:12.502" v="153"/>
          <ac:graphicFrameMkLst>
            <pc:docMk/>
            <pc:sldMk cId="2297778596" sldId="510"/>
            <ac:graphicFrameMk id="3" creationId="{7DF50539-128F-0CB4-5E53-944B2775D1BC}"/>
          </ac:graphicFrameMkLst>
        </pc:graphicFrameChg>
        <pc:picChg chg="add mod ord">
          <ac:chgData name="Ignacio Hector Caviglia" userId="3fee0988-6c20-4138-8d44-544a5098d377" providerId="ADAL" clId="{E38CA375-B9F8-479D-9119-80579E771090}" dt="2026-10-07T13:01:02.403" v="2"/>
          <ac:picMkLst>
            <pc:docMk/>
            <pc:sldMk cId="2297778596" sldId="510"/>
            <ac:picMk id="8" creationId="{073620BD-50F9-AD62-F4BF-01DE69CD413E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8T16:12:20.528" v="231" actId="1076"/>
        <pc:sldMkLst>
          <pc:docMk/>
          <pc:sldMk cId="4060568216" sldId="511"/>
        </pc:sldMkLst>
        <pc:spChg chg="mod">
          <ac:chgData name="Ignacio Hector Caviglia" userId="3fee0988-6c20-4138-8d44-544a5098d377" providerId="ADAL" clId="{E38CA375-B9F8-479D-9119-80579E771090}" dt="2026-10-18T15:24:07.356" v="54"/>
          <ac:spMkLst>
            <pc:docMk/>
            <pc:sldMk cId="4060568216" sldId="511"/>
            <ac:spMk id="2" creationId="{150319D6-C188-9408-5641-BEDFBB989DEE}"/>
          </ac:spMkLst>
        </pc:spChg>
        <pc:spChg chg="mod">
          <ac:chgData name="Ignacio Hector Caviglia" userId="3fee0988-6c20-4138-8d44-544a5098d377" providerId="ADAL" clId="{E38CA375-B9F8-479D-9119-80579E771090}" dt="2026-10-18T16:11:26.817" v="224" actId="14100"/>
          <ac:spMkLst>
            <pc:docMk/>
            <pc:sldMk cId="4060568216" sldId="511"/>
            <ac:spMk id="3" creationId="{63D4CAD9-674C-AB63-DAE6-2DACC5C298CB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24:02.502" v="29"/>
          <ac:graphicFrameMkLst>
            <pc:docMk/>
            <pc:sldMk cId="4060568216" sldId="511"/>
            <ac:graphicFrameMk id="7" creationId="{06B9FCE2-F651-8C7C-624E-1753F7AAD674}"/>
          </ac:graphicFrameMkLst>
        </pc:graphicFrameChg>
        <pc:graphicFrameChg chg="add mod modGraphic">
          <ac:chgData name="Ignacio Hector Caviglia" userId="3fee0988-6c20-4138-8d44-544a5098d377" providerId="ADAL" clId="{E38CA375-B9F8-479D-9119-80579E771090}" dt="2026-10-18T15:44:34.476" v="105" actId="207"/>
          <ac:graphicFrameMkLst>
            <pc:docMk/>
            <pc:sldMk cId="4060568216" sldId="511"/>
            <ac:graphicFrameMk id="19" creationId="{547ABE4C-9CC1-73AE-53C8-A9545D630729}"/>
          </ac:graphicFrameMkLst>
        </pc:graphicFrameChg>
        <pc:picChg chg="add mod">
          <ac:chgData name="Ignacio Hector Caviglia" userId="3fee0988-6c20-4138-8d44-544a5098d377" providerId="ADAL" clId="{E38CA375-B9F8-479D-9119-80579E771090}" dt="2026-10-18T16:12:20.528" v="231" actId="1076"/>
          <ac:picMkLst>
            <pc:docMk/>
            <pc:sldMk cId="4060568216" sldId="511"/>
            <ac:picMk id="21" creationId="{BB915CE0-19D3-0C68-3859-08FD46199C7B}"/>
          </ac:picMkLst>
        </pc:picChg>
      </pc:sldChg>
      <pc:sldChg chg="addSp delSp modSp new mod modAnim">
        <pc:chgData name="Ignacio Hector Caviglia" userId="3fee0988-6c20-4138-8d44-544a5098d377" providerId="ADAL" clId="{E38CA375-B9F8-479D-9119-80579E771090}" dt="2026-10-19T07:21:28.334" v="1978" actId="14100"/>
        <pc:sldMkLst>
          <pc:docMk/>
          <pc:sldMk cId="2168795808" sldId="512"/>
        </pc:sldMkLst>
        <pc:spChg chg="mod">
          <ac:chgData name="Ignacio Hector Caviglia" userId="3fee0988-6c20-4138-8d44-544a5098d377" providerId="ADAL" clId="{E38CA375-B9F8-479D-9119-80579E771090}" dt="2026-10-18T15:59:08.969" v="207"/>
          <ac:spMkLst>
            <pc:docMk/>
            <pc:sldMk cId="2168795808" sldId="512"/>
            <ac:spMk id="2" creationId="{4E6AA1EE-EFFC-8F39-F3F9-7790DCA04003}"/>
          </ac:spMkLst>
        </pc:spChg>
        <pc:spChg chg="add mod">
          <ac:chgData name="Ignacio Hector Caviglia" userId="3fee0988-6c20-4138-8d44-544a5098d377" providerId="ADAL" clId="{E38CA375-B9F8-479D-9119-80579E771090}" dt="2026-10-19T07:21:19.192" v="1977" actId="1035"/>
          <ac:spMkLst>
            <pc:docMk/>
            <pc:sldMk cId="2168795808" sldId="512"/>
            <ac:spMk id="14" creationId="{C29F069A-9835-1645-70ED-E6A04A837AC1}"/>
          </ac:spMkLst>
        </pc:spChg>
        <pc:spChg chg="add mod">
          <ac:chgData name="Ignacio Hector Caviglia" userId="3fee0988-6c20-4138-8d44-544a5098d377" providerId="ADAL" clId="{E38CA375-B9F8-479D-9119-80579E771090}" dt="2026-10-19T07:21:19.192" v="1977" actId="1035"/>
          <ac:spMkLst>
            <pc:docMk/>
            <pc:sldMk cId="2168795808" sldId="512"/>
            <ac:spMk id="16" creationId="{F1134A61-2539-AE9E-5B4C-53EE23B9C28B}"/>
          </ac:spMkLst>
        </pc:spChg>
        <pc:spChg chg="add mod">
          <ac:chgData name="Ignacio Hector Caviglia" userId="3fee0988-6c20-4138-8d44-544a5098d377" providerId="ADAL" clId="{E38CA375-B9F8-479D-9119-80579E771090}" dt="2026-10-19T07:21:19.192" v="1977" actId="1035"/>
          <ac:spMkLst>
            <pc:docMk/>
            <pc:sldMk cId="2168795808" sldId="512"/>
            <ac:spMk id="18" creationId="{AF8E8E44-8D01-1438-5B68-29FDEFA8243F}"/>
          </ac:spMkLst>
        </pc:spChg>
        <pc:spChg chg="add mod">
          <ac:chgData name="Ignacio Hector Caviglia" userId="3fee0988-6c20-4138-8d44-544a5098d377" providerId="ADAL" clId="{E38CA375-B9F8-479D-9119-80579E771090}" dt="2026-10-19T07:21:28.334" v="1978" actId="14100"/>
          <ac:spMkLst>
            <pc:docMk/>
            <pc:sldMk cId="2168795808" sldId="512"/>
            <ac:spMk id="20" creationId="{BF093C9D-A71F-D78F-8072-771C702B1A72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5:59:07.389" v="198"/>
          <ac:graphicFrameMkLst>
            <pc:docMk/>
            <pc:sldMk cId="2168795808" sldId="512"/>
            <ac:graphicFrameMk id="19" creationId="{B37C0049-C0D8-AF08-A5E5-F1CBFAAE6F91}"/>
          </ac:graphicFrameMkLst>
        </pc:graphicFrameChg>
        <pc:picChg chg="add mod modCrop">
          <ac:chgData name="Ignacio Hector Caviglia" userId="3fee0988-6c20-4138-8d44-544a5098d377" providerId="ADAL" clId="{E38CA375-B9F8-479D-9119-80579E771090}" dt="2026-10-19T07:20:52.404" v="1965" actId="732"/>
          <ac:picMkLst>
            <pc:docMk/>
            <pc:sldMk cId="2168795808" sldId="512"/>
            <ac:picMk id="8" creationId="{82C8DF95-B1AE-A1AF-6DB0-AB2FCD114C52}"/>
          </ac:picMkLst>
        </pc:picChg>
        <pc:picChg chg="add mod modCrop">
          <ac:chgData name="Ignacio Hector Caviglia" userId="3fee0988-6c20-4138-8d44-544a5098d377" providerId="ADAL" clId="{E38CA375-B9F8-479D-9119-80579E771090}" dt="2026-10-19T07:20:44.103" v="1964" actId="732"/>
          <ac:picMkLst>
            <pc:docMk/>
            <pc:sldMk cId="2168795808" sldId="512"/>
            <ac:picMk id="10" creationId="{6B784730-F3F9-1EEA-8C2C-A86D4618BA2D}"/>
          </ac:picMkLst>
        </pc:picChg>
        <pc:picChg chg="add mod modCrop">
          <ac:chgData name="Ignacio Hector Caviglia" userId="3fee0988-6c20-4138-8d44-544a5098d377" providerId="ADAL" clId="{E38CA375-B9F8-479D-9119-80579E771090}" dt="2026-10-19T07:20:38.023" v="1963" actId="732"/>
          <ac:picMkLst>
            <pc:docMk/>
            <pc:sldMk cId="2168795808" sldId="512"/>
            <ac:picMk id="12" creationId="{A7C393EA-7D89-7072-BB67-2C8A5120349F}"/>
          </ac:picMkLst>
        </pc:picChg>
      </pc:sldChg>
      <pc:sldChg chg="addSp delSp modSp new mod">
        <pc:chgData name="Ignacio Hector Caviglia" userId="3fee0988-6c20-4138-8d44-544a5098d377" providerId="ADAL" clId="{E38CA375-B9F8-479D-9119-80579E771090}" dt="2026-10-19T07:41:12.047" v="2273" actId="20577"/>
        <pc:sldMkLst>
          <pc:docMk/>
          <pc:sldMk cId="3341583003" sldId="513"/>
        </pc:sldMkLst>
        <pc:spChg chg="mod">
          <ac:chgData name="Ignacio Hector Caviglia" userId="3fee0988-6c20-4138-8d44-544a5098d377" providerId="ADAL" clId="{E38CA375-B9F8-479D-9119-80579E771090}" dt="2026-10-18T17:12:48.024" v="825"/>
          <ac:spMkLst>
            <pc:docMk/>
            <pc:sldMk cId="3341583003" sldId="513"/>
            <ac:spMk id="2" creationId="{ECD16A42-3C94-D6AA-DA74-2EC1CC1EA2FC}"/>
          </ac:spMkLst>
        </pc:spChg>
        <pc:spChg chg="mod">
          <ac:chgData name="Ignacio Hector Caviglia" userId="3fee0988-6c20-4138-8d44-544a5098d377" providerId="ADAL" clId="{E38CA375-B9F8-479D-9119-80579E771090}" dt="2026-10-18T17:09:32.807" v="751" actId="20577"/>
          <ac:spMkLst>
            <pc:docMk/>
            <pc:sldMk cId="3341583003" sldId="513"/>
            <ac:spMk id="3" creationId="{F564FFBC-1746-623E-4225-D031BAA4823A}"/>
          </ac:spMkLst>
        </pc:spChg>
        <pc:spChg chg="add mod">
          <ac:chgData name="Ignacio Hector Caviglia" userId="3fee0988-6c20-4138-8d44-544a5098d377" providerId="ADAL" clId="{E38CA375-B9F8-479D-9119-80579E771090}" dt="2026-10-19T07:41:12.047" v="2273" actId="20577"/>
          <ac:spMkLst>
            <pc:docMk/>
            <pc:sldMk cId="3341583003" sldId="513"/>
            <ac:spMk id="14" creationId="{6401C504-F43D-136F-400D-030562089AB4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25:42.181" v="383"/>
          <ac:graphicFrameMkLst>
            <pc:docMk/>
            <pc:sldMk cId="3341583003" sldId="513"/>
            <ac:graphicFrameMk id="7" creationId="{FA0769AC-D3E3-CCCB-07FB-72EECD4CDA5A}"/>
          </ac:graphicFrameMkLst>
        </pc:graphicFrameChg>
        <pc:picChg chg="add mod">
          <ac:chgData name="Ignacio Hector Caviglia" userId="3fee0988-6c20-4138-8d44-544a5098d377" providerId="ADAL" clId="{E38CA375-B9F8-479D-9119-80579E771090}" dt="2026-10-18T17:12:15.836" v="808" actId="1440"/>
          <ac:picMkLst>
            <pc:docMk/>
            <pc:sldMk cId="3341583003" sldId="513"/>
            <ac:picMk id="11" creationId="{A11F28BF-46FA-2352-9B22-57C29814E4C8}"/>
          </ac:picMkLst>
        </pc:picChg>
      </pc:sldChg>
      <pc:sldChg chg="addSp modSp new mod">
        <pc:chgData name="Ignacio Hector Caviglia" userId="3fee0988-6c20-4138-8d44-544a5098d377" providerId="ADAL" clId="{E38CA375-B9F8-479D-9119-80579E771090}" dt="2026-10-19T07:38:25.309" v="2201" actId="20577"/>
        <pc:sldMkLst>
          <pc:docMk/>
          <pc:sldMk cId="149995564" sldId="514"/>
        </pc:sldMkLst>
        <pc:spChg chg="mod">
          <ac:chgData name="Ignacio Hector Caviglia" userId="3fee0988-6c20-4138-8d44-544a5098d377" providerId="ADAL" clId="{E38CA375-B9F8-479D-9119-80579E771090}" dt="2026-10-18T17:46:13.438" v="1509"/>
          <ac:spMkLst>
            <pc:docMk/>
            <pc:sldMk cId="149995564" sldId="514"/>
            <ac:spMk id="2" creationId="{1022E0B2-B60C-962B-EF18-8F156F63ADA4}"/>
          </ac:spMkLst>
        </pc:spChg>
        <pc:spChg chg="mod">
          <ac:chgData name="Ignacio Hector Caviglia" userId="3fee0988-6c20-4138-8d44-544a5098d377" providerId="ADAL" clId="{E38CA375-B9F8-479D-9119-80579E771090}" dt="2026-10-19T07:38:25.309" v="2201" actId="20577"/>
          <ac:spMkLst>
            <pc:docMk/>
            <pc:sldMk cId="149995564" sldId="514"/>
            <ac:spMk id="3" creationId="{67287634-C613-8860-582C-505D100D3665}"/>
          </ac:spMkLst>
        </pc:spChg>
        <pc:graphicFrameChg chg="add mod ord modVis">
          <ac:chgData name="Ignacio Hector Caviglia" userId="3fee0988-6c20-4138-8d44-544a5098d377" providerId="ADAL" clId="{E38CA375-B9F8-479D-9119-80579E771090}" dt="2026-10-18T16:15:57.002" v="341"/>
          <ac:graphicFrameMkLst>
            <pc:docMk/>
            <pc:sldMk cId="149995564" sldId="514"/>
            <ac:graphicFrameMk id="7" creationId="{75FE5DEB-5F9E-55A7-1DBF-3A1137B6B480}"/>
          </ac:graphicFrameMkLst>
        </pc:graphicFrameChg>
      </pc:sldChg>
      <pc:sldChg chg="addSp modSp new mod">
        <pc:chgData name="Ignacio Hector Caviglia" userId="3fee0988-6c20-4138-8d44-544a5098d377" providerId="ADAL" clId="{E38CA375-B9F8-479D-9119-80579E771090}" dt="2026-10-19T07:40:29.969" v="2234"/>
        <pc:sldMkLst>
          <pc:docMk/>
          <pc:sldMk cId="301616206" sldId="515"/>
        </pc:sldMkLst>
        <pc:spChg chg="mod">
          <ac:chgData name="Ignacio Hector Caviglia" userId="3fee0988-6c20-4138-8d44-544a5098d377" providerId="ADAL" clId="{E38CA375-B9F8-479D-9119-80579E771090}" dt="2026-10-19T07:38:54.494" v="2215"/>
          <ac:spMkLst>
            <pc:docMk/>
            <pc:sldMk cId="301616206" sldId="515"/>
            <ac:spMk id="2" creationId="{013F1D38-0D11-5406-CF6B-C350C80B0826}"/>
          </ac:spMkLst>
        </pc:spChg>
        <pc:spChg chg="mod">
          <ac:chgData name="Ignacio Hector Caviglia" userId="3fee0988-6c20-4138-8d44-544a5098d377" providerId="ADAL" clId="{E38CA375-B9F8-479D-9119-80579E771090}" dt="2026-10-19T07:40:29.969" v="2234"/>
          <ac:spMkLst>
            <pc:docMk/>
            <pc:sldMk cId="301616206" sldId="515"/>
            <ac:spMk id="3" creationId="{1A5CB18A-180F-1942-A33E-7E3FBDB27DF7}"/>
          </ac:spMkLst>
        </pc:spChg>
        <pc:graphicFrameChg chg="add mod ord modVis">
          <ac:chgData name="Ignacio Hector Caviglia" userId="3fee0988-6c20-4138-8d44-544a5098d377" providerId="ADAL" clId="{E38CA375-B9F8-479D-9119-80579E771090}" dt="2026-10-19T07:38:54.549" v="2229"/>
          <ac:graphicFrameMkLst>
            <pc:docMk/>
            <pc:sldMk cId="301616206" sldId="515"/>
            <ac:graphicFrameMk id="7" creationId="{F58F33AF-BEEA-F98B-7DFF-444F19EB0EE6}"/>
          </ac:graphicFrameMkLst>
        </pc:graphicFrameChg>
      </pc:sldChg>
      <pc:sldChg chg="addSp delSp modSp new mod">
        <pc:chgData name="Ignacio Hector Caviglia" userId="3fee0988-6c20-4138-8d44-544a5098d377" providerId="ADAL" clId="{E38CA375-B9F8-479D-9119-80579E771090}" dt="2026-10-22T11:38:13.059" v="4282"/>
        <pc:sldMkLst>
          <pc:docMk/>
          <pc:sldMk cId="2886696230" sldId="516"/>
        </pc:sldMkLst>
        <pc:spChg chg="mod">
          <ac:chgData name="Ignacio Hector Caviglia" userId="3fee0988-6c20-4138-8d44-544a5098d377" providerId="ADAL" clId="{E38CA375-B9F8-479D-9119-80579E771090}" dt="2026-10-22T11:38:13.059" v="4282"/>
          <ac:spMkLst>
            <pc:docMk/>
            <pc:sldMk cId="2886696230" sldId="516"/>
            <ac:spMk id="2" creationId="{3D80C6AB-63C7-ECDF-0D6B-DB3BED768016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08:12:26.899" v="2304"/>
          <ac:graphicFrameMkLst>
            <pc:docMk/>
            <pc:sldMk cId="2886696230" sldId="516"/>
            <ac:graphicFrameMk id="9" creationId="{DA3F50FE-23B5-52CD-52D3-2B24B777AE93}"/>
          </ac:graphicFrameMkLst>
        </pc:graphicFrameChg>
      </pc:sldChg>
      <pc:sldChg chg="addSp delSp modSp new mod modAnim">
        <pc:chgData name="Ignacio Hector Caviglia" userId="3fee0988-6c20-4138-8d44-544a5098d377" providerId="ADAL" clId="{E38CA375-B9F8-479D-9119-80579E771090}" dt="2026-10-22T11:37:55.416" v="4272"/>
        <pc:sldMkLst>
          <pc:docMk/>
          <pc:sldMk cId="4203270287" sldId="518"/>
        </pc:sldMkLst>
        <pc:spChg chg="mod">
          <ac:chgData name="Ignacio Hector Caviglia" userId="3fee0988-6c20-4138-8d44-544a5098d377" providerId="ADAL" clId="{E38CA375-B9F8-479D-9119-80579E771090}" dt="2026-10-22T11:37:55.416" v="4272"/>
          <ac:spMkLst>
            <pc:docMk/>
            <pc:sldMk cId="4203270287" sldId="518"/>
            <ac:spMk id="2" creationId="{B8F52BE4-0C71-109E-03A7-5B3B4B460F7A}"/>
          </ac:spMkLst>
        </pc:spChg>
        <pc:spChg chg="add mod">
          <ac:chgData name="Ignacio Hector Caviglia" userId="3fee0988-6c20-4138-8d44-544a5098d377" providerId="ADAL" clId="{E38CA375-B9F8-479D-9119-80579E771090}" dt="2026-10-22T11:27:24.967" v="4206" actId="20577"/>
          <ac:spMkLst>
            <pc:docMk/>
            <pc:sldMk cId="4203270287" sldId="518"/>
            <ac:spMk id="15" creationId="{628D61E5-BA27-D5D2-F35A-F61C11EACEB2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08:17:47.004" v="2480"/>
          <ac:graphicFrameMkLst>
            <pc:docMk/>
            <pc:sldMk cId="4203270287" sldId="518"/>
            <ac:graphicFrameMk id="9" creationId="{21195584-566F-BA84-11CE-EAA2774F5172}"/>
          </ac:graphicFrameMkLst>
        </pc:graphicFrameChg>
        <pc:picChg chg="add mod ord">
          <ac:chgData name="Ignacio Hector Caviglia" userId="3fee0988-6c20-4138-8d44-544a5098d377" providerId="ADAL" clId="{E38CA375-B9F8-479D-9119-80579E771090}" dt="2026-10-22T09:00:31.253" v="3305" actId="14100"/>
          <ac:picMkLst>
            <pc:docMk/>
            <pc:sldMk cId="4203270287" sldId="518"/>
            <ac:picMk id="8" creationId="{56615E56-E680-D1CC-13ED-178CFEA38156}"/>
          </ac:picMkLst>
        </pc:picChg>
        <pc:cxnChg chg="add mod">
          <ac:chgData name="Ignacio Hector Caviglia" userId="3fee0988-6c20-4138-8d44-544a5098d377" providerId="ADAL" clId="{E38CA375-B9F8-479D-9119-80579E771090}" dt="2026-10-22T09:03:38.108" v="3401" actId="1036"/>
          <ac:cxnSpMkLst>
            <pc:docMk/>
            <pc:sldMk cId="4203270287" sldId="518"/>
            <ac:cxnSpMk id="12" creationId="{0D6D1C1C-029E-8C1A-5DC4-BD8FE3B1E865}"/>
          </ac:cxnSpMkLst>
        </pc:cxnChg>
      </pc:sldChg>
      <pc:sldChg chg="addSp delSp modSp add mod">
        <pc:chgData name="Ignacio Hector Caviglia" userId="3fee0988-6c20-4138-8d44-544a5098d377" providerId="ADAL" clId="{E38CA375-B9F8-479D-9119-80579E771090}" dt="2026-10-22T11:40:32.941" v="4438" actId="20577"/>
        <pc:sldMkLst>
          <pc:docMk/>
          <pc:sldMk cId="3023818134" sldId="519"/>
        </pc:sldMkLst>
        <pc:spChg chg="mod">
          <ac:chgData name="Ignacio Hector Caviglia" userId="3fee0988-6c20-4138-8d44-544a5098d377" providerId="ADAL" clId="{E38CA375-B9F8-479D-9119-80579E771090}" dt="2026-10-22T11:40:32.941" v="4438" actId="20577"/>
          <ac:spMkLst>
            <pc:docMk/>
            <pc:sldMk cId="3023818134" sldId="519"/>
            <ac:spMk id="2" creationId="{C978F5BD-7D77-3A8D-9F49-4CCE1EF5D86D}"/>
          </ac:spMkLst>
        </pc:spChg>
        <pc:spChg chg="mod ord">
          <ac:chgData name="Ignacio Hector Caviglia" userId="3fee0988-6c20-4138-8d44-544a5098d377" providerId="ADAL" clId="{E38CA375-B9F8-479D-9119-80579E771090}" dt="2026-10-22T08:29:22.545" v="2781"/>
          <ac:spMkLst>
            <pc:docMk/>
            <pc:sldMk cId="3023818134" sldId="519"/>
            <ac:spMk id="4" creationId="{52CFE4A2-A382-5334-3835-D1805D5D3A92}"/>
          </ac:spMkLst>
        </pc:spChg>
        <pc:spChg chg="mod ord">
          <ac:chgData name="Ignacio Hector Caviglia" userId="3fee0988-6c20-4138-8d44-544a5098d377" providerId="ADAL" clId="{E38CA375-B9F8-479D-9119-80579E771090}" dt="2026-10-22T08:29:22.545" v="2783"/>
          <ac:spMkLst>
            <pc:docMk/>
            <pc:sldMk cId="3023818134" sldId="519"/>
            <ac:spMk id="5" creationId="{4D640443-38BE-AFEC-CB0C-1EA2892A3E7E}"/>
          </ac:spMkLst>
        </pc:spChg>
        <pc:spChg chg="mod ord">
          <ac:chgData name="Ignacio Hector Caviglia" userId="3fee0988-6c20-4138-8d44-544a5098d377" providerId="ADAL" clId="{E38CA375-B9F8-479D-9119-80579E771090}" dt="2026-10-22T08:29:22.545" v="2785"/>
          <ac:spMkLst>
            <pc:docMk/>
            <pc:sldMk cId="3023818134" sldId="519"/>
            <ac:spMk id="7" creationId="{2B13C6CE-1906-B9F5-4476-787F29DED326}"/>
          </ac:spMkLst>
        </pc:spChg>
        <pc:spChg chg="add mod ord">
          <ac:chgData name="Ignacio Hector Caviglia" userId="3fee0988-6c20-4138-8d44-544a5098d377" providerId="ADAL" clId="{E38CA375-B9F8-479D-9119-80579E771090}" dt="2026-10-22T08:32:12.537" v="2847" actId="1037"/>
          <ac:spMkLst>
            <pc:docMk/>
            <pc:sldMk cId="3023818134" sldId="519"/>
            <ac:spMk id="9" creationId="{CC2CC16F-682A-CF45-6CAF-17F544AF4535}"/>
          </ac:spMkLst>
        </pc:spChg>
        <pc:spChg chg="mod ord">
          <ac:chgData name="Ignacio Hector Caviglia" userId="3fee0988-6c20-4138-8d44-544a5098d377" providerId="ADAL" clId="{E38CA375-B9F8-479D-9119-80579E771090}" dt="2026-10-22T08:32:12.537" v="2847" actId="1037"/>
          <ac:spMkLst>
            <pc:docMk/>
            <pc:sldMk cId="3023818134" sldId="519"/>
            <ac:spMk id="11" creationId="{E56C39EE-5DBC-6E52-7411-C9F4FFB66F41}"/>
          </ac:spMkLst>
        </pc:spChg>
        <pc:spChg chg="add mod ord">
          <ac:chgData name="Ignacio Hector Caviglia" userId="3fee0988-6c20-4138-8d44-544a5098d377" providerId="ADAL" clId="{E38CA375-B9F8-479D-9119-80579E771090}" dt="2026-10-22T08:32:12.537" v="2847" actId="1037"/>
          <ac:spMkLst>
            <pc:docMk/>
            <pc:sldMk cId="3023818134" sldId="519"/>
            <ac:spMk id="13" creationId="{C9F125D1-4AFA-2C54-A17C-A02D06213A44}"/>
          </ac:spMkLst>
        </pc:spChg>
        <pc:spChg chg="add mod ord">
          <ac:chgData name="Ignacio Hector Caviglia" userId="3fee0988-6c20-4138-8d44-544a5098d377" providerId="ADAL" clId="{E38CA375-B9F8-479D-9119-80579E771090}" dt="2026-10-22T08:51:15.761" v="3084" actId="1076"/>
          <ac:spMkLst>
            <pc:docMk/>
            <pc:sldMk cId="3023818134" sldId="519"/>
            <ac:spMk id="14" creationId="{2398C7A3-E9CC-89D1-30E3-11F45C3183D1}"/>
          </ac:spMkLst>
        </pc:spChg>
        <pc:spChg chg="add mod ord">
          <ac:chgData name="Ignacio Hector Caviglia" userId="3fee0988-6c20-4138-8d44-544a5098d377" providerId="ADAL" clId="{E38CA375-B9F8-479D-9119-80579E771090}" dt="2026-10-22T08:51:27.424" v="3086" actId="1076"/>
          <ac:spMkLst>
            <pc:docMk/>
            <pc:sldMk cId="3023818134" sldId="519"/>
            <ac:spMk id="15" creationId="{12190A65-1E60-0C4F-C5A9-BF0D535AA9D8}"/>
          </ac:spMkLst>
        </pc:spChg>
        <pc:spChg chg="add mod ord">
          <ac:chgData name="Ignacio Hector Caviglia" userId="3fee0988-6c20-4138-8d44-544a5098d377" providerId="ADAL" clId="{E38CA375-B9F8-479D-9119-80579E771090}" dt="2026-10-22T08:51:46.645" v="3090" actId="16959"/>
          <ac:spMkLst>
            <pc:docMk/>
            <pc:sldMk cId="3023818134" sldId="519"/>
            <ac:spMk id="16" creationId="{D72DF62F-768A-8C94-D160-518305133DC0}"/>
          </ac:spMkLst>
        </pc:spChg>
        <pc:graphicFrameChg chg="mod">
          <ac:chgData name="Ignacio Hector Caviglia" userId="3fee0988-6c20-4138-8d44-544a5098d377" providerId="ADAL" clId="{E38CA375-B9F8-479D-9119-80579E771090}" dt="2026-10-22T08:29:22.547" v="2802"/>
          <ac:graphicFrameMkLst>
            <pc:docMk/>
            <pc:sldMk cId="3023818134" sldId="519"/>
            <ac:graphicFrameMk id="12" creationId="{1DAD2B0D-FFBA-3DBC-1040-3EC1D497BDB0}"/>
          </ac:graphicFrameMkLst>
        </pc:graphicFrameChg>
        <pc:picChg chg="add mod">
          <ac:chgData name="Ignacio Hector Caviglia" userId="3fee0988-6c20-4138-8d44-544a5098d377" providerId="ADAL" clId="{E38CA375-B9F8-479D-9119-80579E771090}" dt="2026-10-22T08:32:12.537" v="2847" actId="1037"/>
          <ac:picMkLst>
            <pc:docMk/>
            <pc:sldMk cId="3023818134" sldId="519"/>
            <ac:picMk id="3" creationId="{D7639592-E8A7-F72E-67C6-E88AA4BB77E2}"/>
          </ac:picMkLst>
        </pc:picChg>
        <pc:picChg chg="mod">
          <ac:chgData name="Ignacio Hector Caviglia" userId="3fee0988-6c20-4138-8d44-544a5098d377" providerId="ADAL" clId="{E38CA375-B9F8-479D-9119-80579E771090}" dt="2026-10-22T08:32:12.537" v="2847" actId="1037"/>
          <ac:picMkLst>
            <pc:docMk/>
            <pc:sldMk cId="3023818134" sldId="519"/>
            <ac:picMk id="8" creationId="{C61218CC-2858-4AA6-C655-EC2014993B8D}"/>
          </ac:picMkLst>
        </pc:picChg>
        <pc:picChg chg="mod ord">
          <ac:chgData name="Ignacio Hector Caviglia" userId="3fee0988-6c20-4138-8d44-544a5098d377" providerId="ADAL" clId="{E38CA375-B9F8-479D-9119-80579E771090}" dt="2026-10-22T08:32:12.537" v="2847" actId="1037"/>
          <ac:picMkLst>
            <pc:docMk/>
            <pc:sldMk cId="3023818134" sldId="519"/>
            <ac:picMk id="10" creationId="{95E116B3-1E29-2545-371F-9FFDF6313C10}"/>
          </ac:picMkLst>
        </pc:picChg>
      </pc:sldChg>
      <pc:sldChg chg="addSp delSp modSp new mod ord">
        <pc:chgData name="Ignacio Hector Caviglia" userId="3fee0988-6c20-4138-8d44-544a5098d377" providerId="ADAL" clId="{E38CA375-B9F8-479D-9119-80579E771090}" dt="2026-10-22T11:40:28.462" v="4437" actId="20577"/>
        <pc:sldMkLst>
          <pc:docMk/>
          <pc:sldMk cId="3023981031" sldId="520"/>
        </pc:sldMkLst>
        <pc:spChg chg="mod">
          <ac:chgData name="Ignacio Hector Caviglia" userId="3fee0988-6c20-4138-8d44-544a5098d377" providerId="ADAL" clId="{E38CA375-B9F8-479D-9119-80579E771090}" dt="2026-10-22T11:40:28.462" v="4437" actId="20577"/>
          <ac:spMkLst>
            <pc:docMk/>
            <pc:sldMk cId="3023981031" sldId="520"/>
            <ac:spMk id="2" creationId="{AC9673DE-B991-FC72-6F64-4B4806F45D24}"/>
          </ac:spMkLst>
        </pc:spChg>
        <pc:spChg chg="add mod">
          <ac:chgData name="Ignacio Hector Caviglia" userId="3fee0988-6c20-4138-8d44-544a5098d377" providerId="ADAL" clId="{E38CA375-B9F8-479D-9119-80579E771090}" dt="2026-10-22T08:49:03.930" v="2988" actId="1076"/>
          <ac:spMkLst>
            <pc:docMk/>
            <pc:sldMk cId="3023981031" sldId="520"/>
            <ac:spMk id="10" creationId="{9BE4C481-E215-D5AB-306B-C6C9166DB944}"/>
          </ac:spMkLst>
        </pc:spChg>
        <pc:spChg chg="add mod">
          <ac:chgData name="Ignacio Hector Caviglia" userId="3fee0988-6c20-4138-8d44-544a5098d377" providerId="ADAL" clId="{E38CA375-B9F8-479D-9119-80579E771090}" dt="2026-10-22T08:49:10.867" v="2995" actId="20577"/>
          <ac:spMkLst>
            <pc:docMk/>
            <pc:sldMk cId="3023981031" sldId="520"/>
            <ac:spMk id="12" creationId="{4CB7D10E-EC15-CAD5-C286-E096FEF2AFAB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0:38:17.978" v="3463"/>
          <ac:graphicFrameMkLst>
            <pc:docMk/>
            <pc:sldMk cId="3023981031" sldId="520"/>
            <ac:graphicFrameMk id="3" creationId="{9BB92645-56CC-2CA6-A857-7556122C7440}"/>
          </ac:graphicFrameMkLst>
        </pc:graphicFrameChg>
        <pc:picChg chg="add mod">
          <ac:chgData name="Ignacio Hector Caviglia" userId="3fee0988-6c20-4138-8d44-544a5098d377" providerId="ADAL" clId="{E38CA375-B9F8-479D-9119-80579E771090}" dt="2026-10-22T08:44:28.176" v="2931"/>
          <ac:picMkLst>
            <pc:docMk/>
            <pc:sldMk cId="3023981031" sldId="520"/>
            <ac:picMk id="7" creationId="{94109AC7-A10F-520B-ED8B-FC01DB31D483}"/>
          </ac:picMkLst>
        </pc:picChg>
        <pc:cxnChg chg="add mod">
          <ac:chgData name="Ignacio Hector Caviglia" userId="3fee0988-6c20-4138-8d44-544a5098d377" providerId="ADAL" clId="{E38CA375-B9F8-479D-9119-80579E771090}" dt="2026-10-22T08:48:06.368" v="2980" actId="14100"/>
          <ac:cxnSpMkLst>
            <pc:docMk/>
            <pc:sldMk cId="3023981031" sldId="520"/>
            <ac:cxnSpMk id="9" creationId="{0B230661-0DB4-0920-6F42-8C149A57FBF2}"/>
          </ac:cxnSpMkLst>
        </pc:cxnChg>
        <pc:cxnChg chg="add mod">
          <ac:chgData name="Ignacio Hector Caviglia" userId="3fee0988-6c20-4138-8d44-544a5098d377" providerId="ADAL" clId="{E38CA375-B9F8-479D-9119-80579E771090}" dt="2026-10-22T08:49:25.323" v="2996" actId="14100"/>
          <ac:cxnSpMkLst>
            <pc:docMk/>
            <pc:sldMk cId="3023981031" sldId="520"/>
            <ac:cxnSpMk id="11" creationId="{CCEAC154-6EAF-2093-FFE5-71480BC27F84}"/>
          </ac:cxnSpMkLst>
        </pc:cxnChg>
        <pc:cxnChg chg="add mod">
          <ac:chgData name="Ignacio Hector Caviglia" userId="3fee0988-6c20-4138-8d44-544a5098d377" providerId="ADAL" clId="{E38CA375-B9F8-479D-9119-80579E771090}" dt="2026-10-22T08:49:37.082" v="2997" actId="14100"/>
          <ac:cxnSpMkLst>
            <pc:docMk/>
            <pc:sldMk cId="3023981031" sldId="520"/>
            <ac:cxnSpMk id="16" creationId="{0D8BC45D-0985-DF02-9331-736DA1751BC4}"/>
          </ac:cxnSpMkLst>
        </pc:cxnChg>
      </pc:sldChg>
      <pc:sldChg chg="addSp delSp modSp new mod ord">
        <pc:chgData name="Ignacio Hector Caviglia" userId="3fee0988-6c20-4138-8d44-544a5098d377" providerId="ADAL" clId="{E38CA375-B9F8-479D-9119-80579E771090}" dt="2026-10-22T11:20:39.694" v="4180" actId="113"/>
        <pc:sldMkLst>
          <pc:docMk/>
          <pc:sldMk cId="2179167034" sldId="522"/>
        </pc:sldMkLst>
        <pc:spChg chg="mod">
          <ac:chgData name="Ignacio Hector Caviglia" userId="3fee0988-6c20-4138-8d44-544a5098d377" providerId="ADAL" clId="{E38CA375-B9F8-479D-9119-80579E771090}" dt="2026-10-22T10:39:16.655" v="3553"/>
          <ac:spMkLst>
            <pc:docMk/>
            <pc:sldMk cId="2179167034" sldId="522"/>
            <ac:spMk id="2" creationId="{F95701C3-8402-9C9A-A7E6-4FE09AD39534}"/>
          </ac:spMkLst>
        </pc:spChg>
        <pc:spChg chg="mod">
          <ac:chgData name="Ignacio Hector Caviglia" userId="3fee0988-6c20-4138-8d44-544a5098d377" providerId="ADAL" clId="{E38CA375-B9F8-479D-9119-80579E771090}" dt="2026-10-22T11:20:39.694" v="4180" actId="113"/>
          <ac:spMkLst>
            <pc:docMk/>
            <pc:sldMk cId="2179167034" sldId="522"/>
            <ac:spMk id="3" creationId="{4F2A2241-E328-241A-44DE-C1BD72B3FFDC}"/>
          </ac:spMkLst>
        </pc:spChg>
        <pc:spChg chg="add mod">
          <ac:chgData name="Ignacio Hector Caviglia" userId="3fee0988-6c20-4138-8d44-544a5098d377" providerId="ADAL" clId="{E38CA375-B9F8-479D-9119-80579E771090}" dt="2026-10-22T10:56:52.347" v="3706" actId="1076"/>
          <ac:spMkLst>
            <pc:docMk/>
            <pc:sldMk cId="2179167034" sldId="522"/>
            <ac:spMk id="8" creationId="{3EF7B61D-50BC-98DC-44B0-E263308FC75F}"/>
          </ac:spMkLst>
        </pc:spChg>
        <pc:spChg chg="add mod">
          <ac:chgData name="Ignacio Hector Caviglia" userId="3fee0988-6c20-4138-8d44-544a5098d377" providerId="ADAL" clId="{E38CA375-B9F8-479D-9119-80579E771090}" dt="2026-10-22T11:08:31.930" v="3949" actId="255"/>
          <ac:spMkLst>
            <pc:docMk/>
            <pc:sldMk cId="2179167034" sldId="522"/>
            <ac:spMk id="9" creationId="{20A964B2-5DB0-34AA-8A0C-B0563ED9B875}"/>
          </ac:spMkLst>
        </pc:spChg>
        <pc:spChg chg="add mod">
          <ac:chgData name="Ignacio Hector Caviglia" userId="3fee0988-6c20-4138-8d44-544a5098d377" providerId="ADAL" clId="{E38CA375-B9F8-479D-9119-80579E771090}" dt="2026-10-22T11:08:38.322" v="3950" actId="14100"/>
          <ac:spMkLst>
            <pc:docMk/>
            <pc:sldMk cId="2179167034" sldId="522"/>
            <ac:spMk id="10" creationId="{D4E65909-245E-8C14-0997-F7B128594046}"/>
          </ac:spMkLst>
        </pc:spChg>
        <pc:spChg chg="add mod">
          <ac:chgData name="Ignacio Hector Caviglia" userId="3fee0988-6c20-4138-8d44-544a5098d377" providerId="ADAL" clId="{E38CA375-B9F8-479D-9119-80579E771090}" dt="2026-10-22T11:20:04.676" v="4165" actId="20577"/>
          <ac:spMkLst>
            <pc:docMk/>
            <pc:sldMk cId="2179167034" sldId="522"/>
            <ac:spMk id="12" creationId="{13C19B09-F74E-105E-0E23-02E11075491B}"/>
          </ac:spMkLst>
        </pc:spChg>
        <pc:spChg chg="add mod">
          <ac:chgData name="Ignacio Hector Caviglia" userId="3fee0988-6c20-4138-8d44-544a5098d377" providerId="ADAL" clId="{E38CA375-B9F8-479D-9119-80579E771090}" dt="2026-10-22T11:19:45.353" v="4155" actId="1076"/>
          <ac:spMkLst>
            <pc:docMk/>
            <pc:sldMk cId="2179167034" sldId="522"/>
            <ac:spMk id="14" creationId="{614DCCD9-86A7-20B2-EED5-11598592A85D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0:38:42.063" v="3510"/>
          <ac:graphicFrameMkLst>
            <pc:docMk/>
            <pc:sldMk cId="2179167034" sldId="522"/>
            <ac:graphicFrameMk id="7" creationId="{74C3EEB1-AE57-70B8-6445-9933C8DC0AF2}"/>
          </ac:graphicFrameMkLst>
        </pc:graphicFrameChg>
      </pc:sldChg>
      <pc:sldChg chg="addSp modSp new mod">
        <pc:chgData name="Ignacio Hector Caviglia" userId="3fee0988-6c20-4138-8d44-544a5098d377" providerId="ADAL" clId="{E38CA375-B9F8-479D-9119-80579E771090}" dt="2026-10-22T11:38:45.142" v="4317"/>
        <pc:sldMkLst>
          <pc:docMk/>
          <pc:sldMk cId="327460808" sldId="523"/>
        </pc:sldMkLst>
        <pc:spChg chg="mod">
          <ac:chgData name="Ignacio Hector Caviglia" userId="3fee0988-6c20-4138-8d44-544a5098d377" providerId="ADAL" clId="{E38CA375-B9F8-479D-9119-80579E771090}" dt="2026-10-22T11:38:45.021" v="4303"/>
          <ac:spMkLst>
            <pc:docMk/>
            <pc:sldMk cId="327460808" sldId="523"/>
            <ac:spMk id="2" creationId="{D7173394-A03E-A3BF-B8B3-B48208692B94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1:38:45.142" v="4317"/>
          <ac:graphicFrameMkLst>
            <pc:docMk/>
            <pc:sldMk cId="327460808" sldId="523"/>
            <ac:graphicFrameMk id="7" creationId="{DC0C3746-5CF6-DBAC-2E54-E2685E1F15F8}"/>
          </ac:graphicFrameMkLst>
        </pc:graphicFrameChg>
      </pc:sldChg>
      <pc:sldChg chg="addSp modSp new mod">
        <pc:chgData name="Ignacio Hector Caviglia" userId="3fee0988-6c20-4138-8d44-544a5098d377" providerId="ADAL" clId="{E38CA375-B9F8-479D-9119-80579E771090}" dt="2026-10-22T11:39:24.518" v="4378"/>
        <pc:sldMkLst>
          <pc:docMk/>
          <pc:sldMk cId="4136492364" sldId="524"/>
        </pc:sldMkLst>
        <pc:spChg chg="mod">
          <ac:chgData name="Ignacio Hector Caviglia" userId="3fee0988-6c20-4138-8d44-544a5098d377" providerId="ADAL" clId="{E38CA375-B9F8-479D-9119-80579E771090}" dt="2026-10-22T11:39:24.518" v="4378"/>
          <ac:spMkLst>
            <pc:docMk/>
            <pc:sldMk cId="4136492364" sldId="524"/>
            <ac:spMk id="2" creationId="{CB234263-5363-B0CB-FFB2-9CD2DC4F8ADA}"/>
          </ac:spMkLst>
        </pc:spChg>
        <pc:graphicFrameChg chg="add mod ord modVis">
          <ac:chgData name="Ignacio Hector Caviglia" userId="3fee0988-6c20-4138-8d44-544a5098d377" providerId="ADAL" clId="{E38CA375-B9F8-479D-9119-80579E771090}" dt="2026-10-22T11:39:09.589" v="4353"/>
          <ac:graphicFrameMkLst>
            <pc:docMk/>
            <pc:sldMk cId="4136492364" sldId="524"/>
            <ac:graphicFrameMk id="7" creationId="{96ED2EFF-6792-6CDB-808C-A143BCBB7084}"/>
          </ac:graphicFrameMkLst>
        </pc:graphicFrameChg>
      </pc:sldChg>
      <pc:sldMasterChg chg="delSldLayout">
        <pc:chgData name="Ignacio Hector Caviglia" userId="3fee0988-6c20-4138-8d44-544a5098d377" providerId="ADAL" clId="{E38CA375-B9F8-479D-9119-80579E771090}" dt="2026-10-18T15:56:51.357" v="106" actId="47"/>
        <pc:sldMasterMkLst>
          <pc:docMk/>
          <pc:sldMasterMk cId="2454702602" sldId="2147483662"/>
        </pc:sldMasterMkLst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da-DK" smtClean="0">
                <a:latin typeface="Arial" panose="020B0604020202020204" pitchFamily="34" charset="0"/>
              </a:rPr>
              <a:pPr/>
              <a:t>‹nr.›</a:t>
            </a:fld>
            <a:endParaRPr lang="da-DK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19587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3960C-3087-4D97-8CC6-70998846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C8AD3E-0533-06BB-3203-46002FA3E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9FB04C-D568-BA78-40CE-D3E8A41C0C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7A98D4-A1D9-500A-A6DB-69B465B98D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359349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17C6C-7BC3-4888-BC29-FAB17565D1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4668-D07F-4B96-9755-17540273485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AA7BA0-0B57-144D-AF9F-8BC95D0CF6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10" name="Logo white">
            <a:extLst>
              <a:ext uri="{FF2B5EF4-FFF2-40B4-BE49-F238E27FC236}">
                <a16:creationId xmlns:a16="http://schemas.microsoft.com/office/drawing/2014/main" id="{FC411777-B07F-B446-A2D9-F12CE6C3BB88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EE5436C8-1F12-977F-6ACA-15B7884102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751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5" name="Date Placeholder 9">
            <a:extLst>
              <a:ext uri="{FF2B5EF4-FFF2-40B4-BE49-F238E27FC236}">
                <a16:creationId xmlns:a16="http://schemas.microsoft.com/office/drawing/2014/main" id="{04D2BAA8-A563-0D13-D225-ABE2D961C3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FCA8860-CDAD-4F91-9292-2B11655C19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7A21B-9B48-4777-BF0D-9FB95719C2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5" name="Date Placeholder 9">
            <a:extLst>
              <a:ext uri="{FF2B5EF4-FFF2-40B4-BE49-F238E27FC236}">
                <a16:creationId xmlns:a16="http://schemas.microsoft.com/office/drawing/2014/main" id="{58AEF35A-E6D5-9E5B-1FD2-C76BEEFC11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36711"/>
            <a:ext cx="9312374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499420-B0E8-4C8A-8C00-E21262271A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 dirty="0"/>
              <a:t>Footer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0B325B-A25A-D56A-EF8C-3A7C961092A0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4679606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49733"/>
            <a:ext cx="6048672" cy="54910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2986237-C7E2-4498-82A4-361A340A65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15370-C44B-16D1-4345-7DCD91BF3A49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836711"/>
            <a:ext cx="6865740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E26B732-1A52-4AA9-89FC-8FC5439E40D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26095-B382-DC60-053F-48583B07F1B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A55474-F7C5-8595-5CCC-39641AF009EB}"/>
              </a:ext>
            </a:extLst>
          </p:cNvPr>
          <p:cNvSpPr>
            <a:spLocks noGrp="1"/>
          </p:cNvSpPr>
          <p:nvPr>
            <p:ph type="dt" sz="half" idx="25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F74546-9D06-4CF7-806D-E04B043BF5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4" name="Date Placeholder 9">
            <a:extLst>
              <a:ext uri="{FF2B5EF4-FFF2-40B4-BE49-F238E27FC236}">
                <a16:creationId xmlns:a16="http://schemas.microsoft.com/office/drawing/2014/main" id="{781DC4C9-7CE1-1E20-D42A-C8AB14F119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75ABF-082F-4A38-B952-09157E37A8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3" name="Date Placeholder 9">
            <a:extLst>
              <a:ext uri="{FF2B5EF4-FFF2-40B4-BE49-F238E27FC236}">
                <a16:creationId xmlns:a16="http://schemas.microsoft.com/office/drawing/2014/main" id="{279C4567-9491-70D1-2F1E-9C21CE63FE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cell data - do not delete" hidden="1">
            <a:extLst>
              <a:ext uri="{FF2B5EF4-FFF2-40B4-BE49-F238E27FC236}">
                <a16:creationId xmlns:a16="http://schemas.microsoft.com/office/drawing/2014/main" id="{DC7E6E99-47FE-2308-91AC-209AB3E0486C}"/>
              </a:ext>
            </a:extLst>
          </p:cNvPr>
          <p:cNvGraphicFramePr>
            <a:graphicFrameLocks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387931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5" imgW="484" imgH="486" progId="TCLayout.ActiveDocument.1">
                  <p:embed/>
                </p:oleObj>
              </mc:Choice>
              <mc:Fallback>
                <p:oleObj name="thinkcell Slide" r:id="rId15" imgW="484" imgH="486" progId="TCLayout.ActiveDocument.1">
                  <p:embed/>
                  <p:pic>
                    <p:nvPicPr>
                      <p:cNvPr id="6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C7E6E99-47FE-2308-91AC-209AB3E0486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chemeClr val="accent2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4787466" y="6541200"/>
            <a:ext cx="3286894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>
              <a:spcBef>
                <a:spcPts val="0"/>
              </a:spcBef>
              <a:defRPr sz="7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 dirty="0"/>
              <a:t>A deconstructed comparison of DWM and LES wake aerodynamics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fld id="{103EA872-A674-449B-A120-B97244F8E91D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885647"/>
            <a:ext cx="9312374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ext" descr="{&quot;templafy&quot;:{&quot;id&quot;:&quot;19920dab-3faa-4eb9-b064-a1f7031a4d5a&quot;}}" title="Form.PresentationTitle">
            <a:extLst>
              <a:ext uri="{FF2B5EF4-FFF2-40B4-BE49-F238E27FC236}">
                <a16:creationId xmlns:a16="http://schemas.microsoft.com/office/drawing/2014/main" id="{06B09BDB-1C7D-4F8A-8F1B-82D88054A428}"/>
              </a:ext>
            </a:extLst>
          </p:cNvPr>
          <p:cNvSpPr txBox="1"/>
          <p:nvPr userDrawn="1"/>
        </p:nvSpPr>
        <p:spPr>
          <a:xfrm>
            <a:off x="8564558" y="6541200"/>
            <a:ext cx="2522540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endParaRPr lang="en-GB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5" name="text" descr="{&quot;templafy&quot;:{&quot;id&quot;:&quot;1d6d75e4-e54c-4658-81fb-d02b8c297025&quot;}}" title="UserProfile.Offices.Workarea_{{DocumentLanguage}}">
            <a:extLst>
              <a:ext uri="{FF2B5EF4-FFF2-40B4-BE49-F238E27FC236}">
                <a16:creationId xmlns:a16="http://schemas.microsoft.com/office/drawing/2014/main" id="{52A04EE2-4A75-1E49-9D82-29FF9A12D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927127" y="6541200"/>
            <a:ext cx="927720" cy="3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 eaLnBrk="0" hangingPunct="0">
              <a:spcBef>
                <a:spcPct val="0"/>
              </a:spcBef>
            </a:pPr>
            <a:r>
              <a:rPr lang="en-GB" sz="700" b="1" dirty="0">
                <a:solidFill>
                  <a:schemeClr val="bg1"/>
                </a:solidFill>
                <a:latin typeface="+mn-lt"/>
              </a:rPr>
              <a:t>DTU Wind</a:t>
            </a:r>
          </a:p>
        </p:txBody>
      </p:sp>
      <p:sp>
        <p:nvSpPr>
          <p:cNvPr id="17" name="text" descr="{&quot;templafy&quot;:{&quot;id&quot;:&quot;95942039-e519-4580-99a4-52d31a0ae7a7&quot;}}" title="Form.PresentationTitle">
            <a:extLst>
              <a:ext uri="{FF2B5EF4-FFF2-40B4-BE49-F238E27FC236}">
                <a16:creationId xmlns:a16="http://schemas.microsoft.com/office/drawing/2014/main" id="{ADFFD43E-0E9D-0F4E-9CAF-179B98B1E984}"/>
              </a:ext>
            </a:extLst>
          </p:cNvPr>
          <p:cNvSpPr txBox="1"/>
          <p:nvPr userDrawn="1"/>
        </p:nvSpPr>
        <p:spPr>
          <a:xfrm>
            <a:off x="8831510" y="6541200"/>
            <a:ext cx="2407988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r>
              <a:rPr lang="en-GB" sz="700" dirty="0">
                <a:solidFill>
                  <a:schemeClr val="bg1"/>
                </a:solidFill>
                <a:latin typeface="+mn-lt"/>
              </a:rPr>
              <a:t>Wake Aerodynamics special course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88060B-D441-3246-8E00-9B5DEC362B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29" r="25904"/>
          <a:stretch/>
        </p:blipFill>
        <p:spPr>
          <a:xfrm>
            <a:off x="11290043" y="252716"/>
            <a:ext cx="637811" cy="611284"/>
          </a:xfrm>
          <a:prstGeom prst="rect">
            <a:avLst/>
          </a:prstGeom>
        </p:spPr>
      </p:pic>
      <p:sp>
        <p:nvSpPr>
          <p:cNvPr id="14" name="Logo color">
            <a:extLst>
              <a:ext uri="{FF2B5EF4-FFF2-40B4-BE49-F238E27FC236}">
                <a16:creationId xmlns:a16="http://schemas.microsoft.com/office/drawing/2014/main" id="{B9E9A3C6-77B1-3443-8EE6-564C767EAE72}"/>
              </a:ext>
            </a:extLst>
          </p:cNvPr>
          <p:cNvSpPr>
            <a:spLocks noChangeAspect="1"/>
          </p:cNvSpPr>
          <p:nvPr userDrawn="1">
            <p:custDataLst>
              <p:tags r:id="rId14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73EFAB-325B-97BA-DE6F-468FFDFA2F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27688" y="6306820"/>
            <a:ext cx="963612" cy="4876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 dirty="0">
                <a:solidFill>
                  <a:srgbClr val="37424A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Classification: Public
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D6EF3636-3D89-3F5C-0EAA-69D15CF748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7.xml"/><Relationship Id="rId7" Type="http://schemas.openxmlformats.org/officeDocument/2006/relationships/image" Target="../media/image1.emf"/><Relationship Id="rId2" Type="http://schemas.openxmlformats.org/officeDocument/2006/relationships/customXml" Target="../../customXml/item13.xml"/><Relationship Id="rId1" Type="http://schemas.openxmlformats.org/officeDocument/2006/relationships/customXml" Target="../../customXml/item12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8.xml"/><Relationship Id="rId5" Type="http://schemas.openxmlformats.org/officeDocument/2006/relationships/image" Target="../media/image5.png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7" Type="http://schemas.openxmlformats.org/officeDocument/2006/relationships/image" Target="../media/image8.gif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Relationship Id="rId6" Type="http://schemas.openxmlformats.org/officeDocument/2006/relationships/image" Target="../media/image7.gif"/><Relationship Id="rId5" Type="http://schemas.openxmlformats.org/officeDocument/2006/relationships/image" Target="../media/image6.gif"/><Relationship Id="rId4" Type="http://schemas.openxmlformats.org/officeDocument/2006/relationships/image" Target="../media/image1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Relationship Id="rId5" Type="http://schemas.openxmlformats.org/officeDocument/2006/relationships/image" Target="../media/image10.svg"/><Relationship Id="rId4" Type="http://schemas.openxmlformats.org/officeDocument/2006/relationships/image" Target="../media/image1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Relationship Id="rId5" Type="http://schemas.openxmlformats.org/officeDocument/2006/relationships/image" Target="../media/image11.gif"/><Relationship Id="rId4" Type="http://schemas.openxmlformats.org/officeDocument/2006/relationships/image" Target="../media/image1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Relationship Id="rId5" Type="http://schemas.openxmlformats.org/officeDocument/2006/relationships/image" Target="../media/image12.svg"/><Relationship Id="rId4" Type="http://schemas.openxmlformats.org/officeDocument/2006/relationships/image" Target="../media/image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Relationship Id="rId5" Type="http://schemas.openxmlformats.org/officeDocument/2006/relationships/image" Target="../media/image13.svg"/><Relationship Id="rId4" Type="http://schemas.openxmlformats.org/officeDocument/2006/relationships/image" Target="../media/image1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Relationship Id="rId5" Type="http://schemas.openxmlformats.org/officeDocument/2006/relationships/hyperlink" Target="https://doi.org/10.1002/we.1563" TargetMode="External"/><Relationship Id="rId4" Type="http://schemas.openxmlformats.org/officeDocument/2006/relationships/image" Target="../media/image1.e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17.xml"/><Relationship Id="rId7" Type="http://schemas.openxmlformats.org/officeDocument/2006/relationships/image" Target="../media/image1.emf"/><Relationship Id="rId2" Type="http://schemas.openxmlformats.org/officeDocument/2006/relationships/customXml" Target="../../customXml/item15.xml"/><Relationship Id="rId1" Type="http://schemas.openxmlformats.org/officeDocument/2006/relationships/customXml" Target="../../customXml/item14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oleObject" Target="../embeddings/oleObject12.bin"/><Relationship Id="rId7" Type="http://schemas.openxmlformats.org/officeDocument/2006/relationships/image" Target="../media/image17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8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7" Type="http://schemas.openxmlformats.org/officeDocument/2006/relationships/image" Target="../media/image150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9.xml"/><Relationship Id="rId6" Type="http://schemas.openxmlformats.org/officeDocument/2006/relationships/image" Target="../media/image140.png"/><Relationship Id="rId5" Type="http://schemas.openxmlformats.org/officeDocument/2006/relationships/image" Target="../media/image11.gif"/><Relationship Id="rId4" Type="http://schemas.openxmlformats.org/officeDocument/2006/relationships/image" Target="../media/image1.emf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3" Type="http://schemas.openxmlformats.org/officeDocument/2006/relationships/oleObject" Target="../embeddings/oleObject14.bin"/><Relationship Id="rId7" Type="http://schemas.openxmlformats.org/officeDocument/2006/relationships/image" Target="../media/image20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0.xml"/><Relationship Id="rId6" Type="http://schemas.openxmlformats.org/officeDocument/2006/relationships/image" Target="../media/image19.png"/><Relationship Id="rId5" Type="http://schemas.openxmlformats.org/officeDocument/2006/relationships/image" Target="../media/image15.png"/><Relationship Id="rId10" Type="http://schemas.openxmlformats.org/officeDocument/2006/relationships/image" Target="../media/image22.png"/><Relationship Id="rId4" Type="http://schemas.openxmlformats.org/officeDocument/2006/relationships/image" Target="../media/image1.emf"/><Relationship Id="rId9" Type="http://schemas.openxmlformats.org/officeDocument/2006/relationships/image" Target="../media/image2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1.xml"/><Relationship Id="rId5" Type="http://schemas.openxmlformats.org/officeDocument/2006/relationships/image" Target="../media/image20.png"/><Relationship Id="rId4" Type="http://schemas.openxmlformats.org/officeDocument/2006/relationships/image" Target="../media/image1.emf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oleObject" Target="../embeddings/oleObject16.bin"/><Relationship Id="rId7" Type="http://schemas.openxmlformats.org/officeDocument/2006/relationships/image" Target="../media/image24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2.xml"/><Relationship Id="rId6" Type="http://schemas.openxmlformats.org/officeDocument/2006/relationships/image" Target="../media/image23.png"/><Relationship Id="rId5" Type="http://schemas.openxmlformats.org/officeDocument/2006/relationships/image" Target="../media/image21.png"/><Relationship Id="rId4" Type="http://schemas.openxmlformats.org/officeDocument/2006/relationships/image" Target="../media/image1.e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4.gif"/><Relationship Id="rId7" Type="http://schemas.openxmlformats.org/officeDocument/2006/relationships/image" Target="../media/image26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3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7.bin"/><Relationship Id="rId4" Type="http://schemas.openxmlformats.org/officeDocument/2006/relationships/image" Target="../media/image25.gi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oleObject" Target="../embeddings/oleObject17.bin"/><Relationship Id="rId7" Type="http://schemas.openxmlformats.org/officeDocument/2006/relationships/image" Target="../media/image30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4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1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5.xml"/><Relationship Id="rId4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7354A68E-3E33-868F-F561-FEEDD7EE3F8F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0301189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5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354A68E-3E33-868F-F561-FEEDD7EE3F8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E884D92-3164-AE47-AF3A-4BAFFE9539FE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5995EB-10E4-4119-B468-5CD7D10A09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4CB0037-BDFF-A546-AB9A-C59764141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F07FF698-C02A-844F-9BE5-60293E03B8EE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</a:t>
            </a:r>
          </a:p>
          <a:p>
            <a:r>
              <a:rPr lang="en-US" sz="3200" b="0" kern="0" dirty="0">
                <a:solidFill>
                  <a:schemeClr val="accent6"/>
                </a:solidFill>
              </a:rPr>
              <a:t>Ignacio Héctor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CFFD03-4BF0-5410-06A3-F0885D02281F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1C93B8F9-72F6-DBE1-DB97-C9E42233AB0C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19.10.2026</a:t>
            </a:r>
          </a:p>
        </p:txBody>
      </p:sp>
      <p:sp>
        <p:nvSpPr>
          <p:cNvPr id="9" name="Date Placeholder 9">
            <a:extLst>
              <a:ext uri="{FF2B5EF4-FFF2-40B4-BE49-F238E27FC236}">
                <a16:creationId xmlns:a16="http://schemas.microsoft.com/office/drawing/2014/main" id="{09FD4E48-665B-257B-23D0-0BD33FB9FA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10/25/2026</a:t>
            </a:fld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982542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06B9FCE2-F651-8C7C-624E-1753F7AAD67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45924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06B9FCE2-F651-8C7C-624E-1753F7AAD67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50319D6-C188-9408-5641-BEDFBB989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4CAD9-674C-AB63-DAE6-2DACC5C29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4726" y="1706328"/>
            <a:ext cx="6480720" cy="454557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IEC standard 61400-1 Ed. 4 </a:t>
            </a:r>
            <a:r>
              <a:rPr lang="en-US" dirty="0"/>
              <a:t>recommends two models for the wake added turbulence: </a:t>
            </a:r>
            <a:r>
              <a:rPr lang="en-US" b="1" dirty="0"/>
              <a:t>Sten Frandsen (SF) </a:t>
            </a:r>
            <a:r>
              <a:rPr lang="en-US" dirty="0"/>
              <a:t>and</a:t>
            </a:r>
            <a:r>
              <a:rPr lang="en-US" b="1" dirty="0"/>
              <a:t> Dynamic Wake Meandering (DWM)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General scientific agreement that </a:t>
            </a:r>
            <a:r>
              <a:rPr lang="en-US" b="1" dirty="0"/>
              <a:t>SF </a:t>
            </a:r>
            <a:r>
              <a:rPr lang="en-US" b="1" dirty="0">
                <a:solidFill>
                  <a:srgbClr val="FF0000"/>
                </a:solidFill>
              </a:rPr>
              <a:t>overpredicts</a:t>
            </a:r>
            <a:r>
              <a:rPr lang="en-US" b="1" dirty="0"/>
              <a:t> </a:t>
            </a:r>
            <a:r>
              <a:rPr lang="en-US" dirty="0"/>
              <a:t>and </a:t>
            </a:r>
            <a:r>
              <a:rPr lang="en-US" b="1" dirty="0"/>
              <a:t>DWM </a:t>
            </a:r>
            <a:r>
              <a:rPr lang="en-US" b="1" dirty="0">
                <a:solidFill>
                  <a:schemeClr val="accent2"/>
                </a:solidFill>
              </a:rPr>
              <a:t>underpredicts</a:t>
            </a:r>
            <a:r>
              <a:rPr lang="en-US" dirty="0"/>
              <a:t> damage equivalent loads (DEL):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FDC475-40A2-115E-B27D-EFC0DA5AAC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C9F3E2-ADE3-F08B-6F67-C69BBC0B0B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E0C77DF-648F-8665-9C34-79A0E22F98B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B01C7F9-30B0-4FBC-A6B8-8308C5D46E4D}" type="datetime1">
              <a:rPr lang="en-US" smtClean="0"/>
              <a:t>10/25/2026</a:t>
            </a:fld>
            <a:endParaRPr lang="en-US" dirty="0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547ABE4C-9CC1-73AE-53C8-A9545D6307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807475"/>
              </p:ext>
            </p:extLst>
          </p:nvPr>
        </p:nvGraphicFramePr>
        <p:xfrm>
          <a:off x="694606" y="3573016"/>
          <a:ext cx="11132466" cy="259554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263813">
                  <a:extLst>
                    <a:ext uri="{9D8B030D-6E8A-4147-A177-3AD203B41FA5}">
                      <a16:colId xmlns:a16="http://schemas.microsoft.com/office/drawing/2014/main" val="447450146"/>
                    </a:ext>
                  </a:extLst>
                </a:gridCol>
                <a:gridCol w="4157831">
                  <a:extLst>
                    <a:ext uri="{9D8B030D-6E8A-4147-A177-3AD203B41FA5}">
                      <a16:colId xmlns:a16="http://schemas.microsoft.com/office/drawing/2014/main" val="787903965"/>
                    </a:ext>
                  </a:extLst>
                </a:gridCol>
                <a:gridCol w="3710822">
                  <a:extLst>
                    <a:ext uri="{9D8B030D-6E8A-4147-A177-3AD203B41FA5}">
                      <a16:colId xmlns:a16="http://schemas.microsoft.com/office/drawing/2014/main" val="223513236"/>
                    </a:ext>
                  </a:extLst>
                </a:gridCol>
              </a:tblGrid>
              <a:tr h="370792"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Source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SF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400" noProof="0" dirty="0"/>
                        <a:t>DWM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2404647757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Steiner, et al. (2025) [1]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bot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75% lower </a:t>
                      </a:r>
                      <a:r>
                        <a:rPr lang="en-US" sz="1400" noProof="0" dirty="0"/>
                        <a:t>than LES + HAWC2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623665890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Bernard, et al. (2024) [2]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top 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28% higher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top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35% lower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957335546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Reinwardt</a:t>
                      </a:r>
                      <a:r>
                        <a:rPr lang="en-US" sz="1400" noProof="0" dirty="0"/>
                        <a:t>, et al. (2021) [3]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10-40% higher</a:t>
                      </a:r>
                      <a:r>
                        <a:rPr lang="en-US" sz="1400" noProof="0" dirty="0"/>
                        <a:t> than measurements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DEL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2-10% higher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721164362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Larsen, et al. (2017) [4]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20% lower </a:t>
                      </a:r>
                      <a:r>
                        <a:rPr lang="en-US" sz="1400" noProof="0" dirty="0"/>
                        <a:t>than measurements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539712755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Andersen, et al. (2016) [5]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Effective TI </a:t>
                      </a:r>
                      <a:r>
                        <a:rPr lang="en-US" sz="1400" b="1" noProof="0" dirty="0">
                          <a:solidFill>
                            <a:srgbClr val="FF0000"/>
                          </a:solidFill>
                        </a:rPr>
                        <a:t>20-30% higher </a:t>
                      </a:r>
                      <a:r>
                        <a:rPr lang="en-US" sz="1400" noProof="0" dirty="0"/>
                        <a:t>than LES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3284663124"/>
                  </a:ext>
                </a:extLst>
              </a:tr>
              <a:tr h="370792"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Larsen, et al. (2013) [6]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/>
                        <a:t>-</a:t>
                      </a:r>
                    </a:p>
                  </a:txBody>
                  <a:tcPr marL="91428" marR="91428" marT="45714" marB="45714"/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1400" noProof="0" dirty="0" err="1"/>
                        <a:t>Twr</a:t>
                      </a:r>
                      <a:r>
                        <a:rPr lang="en-US" sz="1400" noProof="0" dirty="0"/>
                        <a:t> DEL </a:t>
                      </a:r>
                      <a:r>
                        <a:rPr lang="en-US" sz="1400" b="1" noProof="0" dirty="0">
                          <a:solidFill>
                            <a:schemeClr val="accent2"/>
                          </a:solidFill>
                        </a:rPr>
                        <a:t>15-20% lower </a:t>
                      </a:r>
                      <a:r>
                        <a:rPr lang="en-US" sz="1400" noProof="0" dirty="0"/>
                        <a:t>than measurements </a:t>
                      </a:r>
                    </a:p>
                  </a:txBody>
                  <a:tcPr marL="91428" marR="91428" marT="45714" marB="45714"/>
                </a:tc>
                <a:extLst>
                  <a:ext uri="{0D108BD9-81ED-4DB2-BD59-A6C34878D82A}">
                    <a16:rowId xmlns:a16="http://schemas.microsoft.com/office/drawing/2014/main" val="883033378"/>
                  </a:ext>
                </a:extLst>
              </a:tr>
            </a:tbl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BB915CE0-19D3-0C68-3859-08FD46199C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8677" y="1135811"/>
            <a:ext cx="3164073" cy="22508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0568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thinkcell data - do not delete" hidden="1">
            <a:extLst>
              <a:ext uri="{FF2B5EF4-FFF2-40B4-BE49-F238E27FC236}">
                <a16:creationId xmlns:a16="http://schemas.microsoft.com/office/drawing/2014/main" id="{B37C0049-C0D8-AF08-A5E5-F1CBFAAE6F9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85390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1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B37C0049-C0D8-AF08-A5E5-F1CBFAAE6F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E6AA1EE-EFFC-8F39-F3F9-7790DCA04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11821B-A6CE-F6CD-5475-595FB6E6D2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129FE-6AF0-E804-BD00-389D3FA3DB0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551F4FC-68E6-47AD-C9D0-11B0446D834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A32A5FA-70CC-411E-93C0-21EE3B8C34BC}" type="datetime1">
              <a:rPr lang="en-US" smtClean="0"/>
              <a:t>10/25/2026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C8DF95-B1AE-A1AF-6DB0-AB2FCD114C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263" t="10711" r="23529"/>
          <a:stretch>
            <a:fillRect/>
          </a:stretch>
        </p:blipFill>
        <p:spPr>
          <a:xfrm>
            <a:off x="766614" y="2717904"/>
            <a:ext cx="3669930" cy="35004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784730-F3F9-1EEA-8C2C-A86D4618BA2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0805" t="10711" r="23682"/>
          <a:stretch>
            <a:fillRect/>
          </a:stretch>
        </p:blipFill>
        <p:spPr>
          <a:xfrm>
            <a:off x="4563729" y="2708920"/>
            <a:ext cx="3424519" cy="35004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7C393EA-7D89-7072-BB67-2C8A5120349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9328" t="10607" r="23170"/>
          <a:stretch>
            <a:fillRect/>
          </a:stretch>
        </p:blipFill>
        <p:spPr>
          <a:xfrm>
            <a:off x="8083852" y="2708920"/>
            <a:ext cx="3563047" cy="353900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29F069A-9835-1645-70ED-E6A04A837AC1}"/>
              </a:ext>
            </a:extLst>
          </p:cNvPr>
          <p:cNvSpPr txBox="1"/>
          <p:nvPr/>
        </p:nvSpPr>
        <p:spPr>
          <a:xfrm>
            <a:off x="1012025" y="1988840"/>
            <a:ext cx="3551704" cy="648512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Mann 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 SF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134A61-2539-AE9E-5B4C-53EE23B9C28B}"/>
              </a:ext>
            </a:extLst>
          </p:cNvPr>
          <p:cNvSpPr txBox="1"/>
          <p:nvPr/>
        </p:nvSpPr>
        <p:spPr>
          <a:xfrm>
            <a:off x="4477530" y="1988840"/>
            <a:ext cx="3551704" cy="648512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Mann 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 DWM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8E8E44-8D01-1438-5B68-29FDEFA8243F}"/>
              </a:ext>
            </a:extLst>
          </p:cNvPr>
          <p:cNvSpPr txBox="1"/>
          <p:nvPr/>
        </p:nvSpPr>
        <p:spPr>
          <a:xfrm>
            <a:off x="8255446" y="2127339"/>
            <a:ext cx="3551704" cy="371513"/>
          </a:xfrm>
          <a:prstGeom prst="rect">
            <a:avLst/>
          </a:prstGeom>
          <a:noFill/>
        </p:spPr>
        <p:txBody>
          <a:bodyPr wrap="square" lIns="90000" tIns="46800" rIns="90000" bIns="4680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093C9D-A71F-D78F-8072-771C702B1A72}"/>
              </a:ext>
            </a:extLst>
          </p:cNvPr>
          <p:cNvSpPr/>
          <p:nvPr/>
        </p:nvSpPr>
        <p:spPr bwMode="auto">
          <a:xfrm>
            <a:off x="4477531" y="1844824"/>
            <a:ext cx="3606322" cy="4364572"/>
          </a:xfrm>
          <a:prstGeom prst="rect">
            <a:avLst/>
          </a:prstGeom>
          <a:noFill/>
          <a:ln w="76200" cap="flat" cmpd="sng" algn="ctr">
            <a:solidFill>
              <a:srgbClr val="C00000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68795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FA0769AC-D3E3-CCCB-07FB-72EECD4CDA5A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60955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FA0769AC-D3E3-CCCB-07FB-72EECD4CDA5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ECD16A42-3C94-D6AA-DA74-2EC1CC1EA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4FFBC-1746-623E-4225-D031BAA482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Central assumption of DWM: the transport of the wake deficit can be described as a </a:t>
            </a:r>
            <a:r>
              <a:rPr lang="en-US" b="1" dirty="0"/>
              <a:t>passive-tracer </a:t>
            </a:r>
            <a:r>
              <a:rPr lang="en-US" dirty="0"/>
              <a:t>driven by large-scale turbulence</a:t>
            </a:r>
          </a:p>
          <a:p>
            <a:endParaRPr lang="en-US" dirty="0"/>
          </a:p>
          <a:p>
            <a:r>
              <a:rPr lang="en-US" dirty="0"/>
              <a:t>This implies that there exists a moving frame of reference, where the </a:t>
            </a:r>
            <a:r>
              <a:rPr lang="en-US" b="1" dirty="0"/>
              <a:t>wake deficit is independent of the large-scale motions</a:t>
            </a:r>
          </a:p>
          <a:p>
            <a:endParaRPr lang="en-US" b="1" dirty="0"/>
          </a:p>
          <a:p>
            <a:r>
              <a:rPr lang="en-US" dirty="0"/>
              <a:t>We will attempt to ”</a:t>
            </a:r>
            <a:r>
              <a:rPr lang="en-US" dirty="0" err="1"/>
              <a:t>unsmear</a:t>
            </a:r>
            <a:r>
              <a:rPr lang="en-US" dirty="0"/>
              <a:t>” the effects of wake meandering from an LES flow, to </a:t>
            </a:r>
            <a:r>
              <a:rPr lang="en-US" b="1" dirty="0"/>
              <a:t>test whether meandering can be treated as independent from wake evolution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4848F-85A1-49EE-7CEF-0E8CFF8802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073DB9-F191-2DBC-CCE0-913D753734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A0487B0-CB35-8C25-3F49-1A2E64AAF93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7EDC62A-EA21-479E-8996-888308C5414C}" type="datetime1">
              <a:rPr lang="en-US" smtClean="0"/>
              <a:t>10/25/2026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1F28BF-46FA-2352-9B22-57C29814E4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582" y="4289143"/>
            <a:ext cx="4998662" cy="216419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401C504-F43D-136F-400D-030562089AB4}"/>
              </a:ext>
            </a:extLst>
          </p:cNvPr>
          <p:cNvSpPr txBox="1"/>
          <p:nvPr/>
        </p:nvSpPr>
        <p:spPr>
          <a:xfrm>
            <a:off x="9047534" y="6241019"/>
            <a:ext cx="23149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+mn-lt"/>
              </a:rPr>
              <a:t>Source: T.J. Larsen et al., 2012 </a:t>
            </a:r>
          </a:p>
        </p:txBody>
      </p:sp>
    </p:spTree>
    <p:extLst>
      <p:ext uri="{BB962C8B-B14F-4D97-AF65-F5344CB8AC3E}">
        <p14:creationId xmlns:p14="http://schemas.microsoft.com/office/powerpoint/2010/main" val="33415830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cell data - do not delete" hidden="1">
            <a:extLst>
              <a:ext uri="{FF2B5EF4-FFF2-40B4-BE49-F238E27FC236}">
                <a16:creationId xmlns:a16="http://schemas.microsoft.com/office/drawing/2014/main" id="{653747DB-500C-F72B-C6D9-04CDF4DED38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96856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2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653747DB-500C-F72B-C6D9-04CDF4DED3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9039D-58FB-90CE-8ED3-A9440DBEA3EB}"/>
              </a:ext>
            </a:extLst>
          </p:cNvPr>
          <p:cNvSpPr txBox="1">
            <a:spLocks/>
          </p:cNvSpPr>
          <p:nvPr/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kern="0" dirty="0"/>
              <a:t>LES simulation results available (same as in Steiner et al., 2025): </a:t>
            </a:r>
          </a:p>
          <a:p>
            <a:pPr lvl="1"/>
            <a:r>
              <a:rPr lang="en-US" kern="0" dirty="0"/>
              <a:t>Single WTG (IEA 22MW): modeled as an actuator disc coupled to HAWC2</a:t>
            </a:r>
          </a:p>
          <a:p>
            <a:pPr lvl="1"/>
            <a:r>
              <a:rPr lang="en-US" kern="0" dirty="0"/>
              <a:t>Conventionally neutral boundary layer</a:t>
            </a:r>
          </a:p>
          <a:p>
            <a:pPr lvl="1"/>
            <a:r>
              <a:rPr lang="en-US" kern="0" dirty="0"/>
              <a:t>Resolution of 32 cells per diameter </a:t>
            </a:r>
          </a:p>
          <a:p>
            <a:pPr lvl="1"/>
            <a:r>
              <a:rPr lang="en-US" kern="0" dirty="0"/>
              <a:t>Wind speed planes (Y-Z) at 5D and 10D downstream the WTG, also 2D upstream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47488D8A-FD9D-A3E2-0B4D-4ED61146D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85647"/>
            <a:ext cx="9312374" cy="513195"/>
          </a:xfrm>
        </p:spPr>
        <p:txBody>
          <a:bodyPr vert="horz" rIns="0"/>
          <a:lstStyle/>
          <a:p>
            <a:r>
              <a:rPr lang="en-US" dirty="0"/>
              <a:t>Set-up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039CF2-45DE-5432-1414-79802D7E850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787466" y="6541200"/>
            <a:ext cx="3286894" cy="3168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FE0B0B-AAB4-C020-BDFB-8F6380B68AE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06450" y="6541200"/>
            <a:ext cx="432600" cy="316800"/>
          </a:xfrm>
        </p:spPr>
        <p:txBody>
          <a:bodyPr anchor="ctr">
            <a:normAutofit/>
          </a:bodyPr>
          <a:lstStyle/>
          <a:p>
            <a:fld id="{103EA872-A674-449B-A120-B97244F8E91D}" type="slidenum">
              <a:rPr lang="en-GB" smtClean="0"/>
              <a:pPr/>
              <a:t>5</a:t>
            </a:fld>
            <a:endParaRPr lang="en-GB" dirty="0"/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41B0FF26-B205-9AAD-A80E-C8C0157968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9504" b="2300"/>
          <a:stretch>
            <a:fillRect/>
          </a:stretch>
        </p:blipFill>
        <p:spPr bwMode="auto">
          <a:xfrm>
            <a:off x="1793521" y="3445443"/>
            <a:ext cx="9312275" cy="30799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3" name="Date Placeholder 9">
            <a:extLst>
              <a:ext uri="{FF2B5EF4-FFF2-40B4-BE49-F238E27FC236}">
                <a16:creationId xmlns:a16="http://schemas.microsoft.com/office/drawing/2014/main" id="{82C78FE6-A666-B414-4483-5F9564CA3C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308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7DF50539-128F-0CB4-5E53-944B2775D1BC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3391002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DF50539-128F-0CB4-5E53-944B2775D1B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F612DB9-1130-E7CC-D701-F046DB80E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Flow visualization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73620BD-50F9-AD62-F4BF-01DE69CD41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66AF09-4663-6AAD-3F9E-A19FB4C05D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239E92-28CE-E458-3B8D-505355CB420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245F3CB-1E57-182F-6590-8B6960A6D53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EAB4983-738D-48EC-8B3B-68BEDA0D2F3E}" type="datetime1">
              <a:rPr lang="en-US" smtClean="0"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7778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6602404A-5445-2E73-65E2-07904BD893CC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613640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6602404A-5445-2E73-65E2-07904BD893C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3133D0-575F-87D0-6120-C35AACAAA23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A55D8A-A323-FAE3-DE97-30975348524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03D0CAB-C913-5A94-5886-FB2E29391F8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B050DF7-81F0-48EF-8D00-12E52D675DC3}" type="datetime1">
              <a:rPr lang="en-US" smtClean="0"/>
              <a:t>10/25/2026</a:t>
            </a:fld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CDD283D-C942-594E-9CE2-628C0D0CA7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8627"/>
          <a:stretch>
            <a:fillRect/>
          </a:stretch>
        </p:blipFill>
        <p:spPr bwMode="auto">
          <a:xfrm>
            <a:off x="2121383" y="1398842"/>
            <a:ext cx="7947645" cy="5083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3C86370-FB49-9955-657E-44133835E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Methodology: “</a:t>
            </a:r>
            <a:r>
              <a:rPr lang="en-US" dirty="0" err="1"/>
              <a:t>Unsmear</a:t>
            </a:r>
            <a:r>
              <a:rPr lang="en-US" dirty="0"/>
              <a:t>” workflow</a:t>
            </a:r>
          </a:p>
        </p:txBody>
      </p:sp>
    </p:spTree>
    <p:extLst>
      <p:ext uri="{BB962C8B-B14F-4D97-AF65-F5344CB8AC3E}">
        <p14:creationId xmlns:p14="http://schemas.microsoft.com/office/powerpoint/2010/main" val="2945351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1553FD90-D78D-4B37-E40D-F1DE3402582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84268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1553FD90-D78D-4B37-E40D-F1DE3402582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406AECF-746F-7297-C12C-524ED3F3B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Methodology: Comparison against LES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32054DC-D8E4-F217-0C62-7D85B41FF7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4CA3DC-0419-B96F-45D7-1808A93308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41FE69-652C-87DE-CEA7-27158B8255D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DDD185C-54EB-0951-C773-074165231DC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BC5294D-B014-4D29-AA72-4A0BF09E1C4A}" type="datetime1">
              <a:rPr lang="en-US" smtClean="0"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60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75FE5DEB-5F9E-55A7-1DBF-3A1137B6B48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849458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5FE5DEB-5F9E-55A7-1DBF-3A1137B6B4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022E0B2-B60C-962B-EF18-8F156F63A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Expected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87634-C613-8860-582C-505D100D3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Test the validity of the “passive tracer” assumption</a:t>
            </a:r>
          </a:p>
          <a:p>
            <a:endParaRPr lang="en-US" dirty="0"/>
          </a:p>
          <a:p>
            <a:r>
              <a:rPr lang="en-US" dirty="0"/>
              <a:t>If the load results (HAWC2) using directly the LES flow vs the “re-constructed” flow match -&gt; the passive-tracer hypothesis is an acceptable assumption for load estimations</a:t>
            </a:r>
          </a:p>
          <a:p>
            <a:endParaRPr lang="en-US" dirty="0"/>
          </a:p>
          <a:p>
            <a:r>
              <a:rPr lang="en-US" dirty="0"/>
              <a:t>If not -&gt; this could explain the lack of accuracy of loads obtained using DWM </a:t>
            </a:r>
          </a:p>
          <a:p>
            <a:endParaRPr lang="en-US" dirty="0"/>
          </a:p>
          <a:p>
            <a:r>
              <a:rPr lang="en-US" dirty="0"/>
              <a:t>Other testing methodologies are also being discussed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513FC0-4B8F-935B-C832-1F6033700D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471B11-1C75-EC94-1566-779283BEEF4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BD61BB2-324F-FF91-8098-891EEA4C86C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D9374DD-2CF8-48AC-AE4D-01936855A4EC}" type="datetime1">
              <a:rPr lang="en-US" smtClean="0"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95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F58F33AF-BEEA-F98B-7DFF-444F19EB0EE6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131180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F58F33AF-BEEA-F98B-7DFF-444F19EB0E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013F1D38-0D11-5406-CF6B-C350C80B0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CB18A-180F-1942-A33E-7E3FBDB27D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Larsen, T. J., Madsen, H. A., Larsen, G. C., &amp; Hansen, K. S. (2013). Validation of the dynamic wake meander model for loads and power production in the Egmond </a:t>
            </a:r>
            <a:r>
              <a:rPr lang="en-US" dirty="0" err="1"/>
              <a:t>aan</a:t>
            </a:r>
            <a:r>
              <a:rPr lang="en-US" dirty="0"/>
              <a:t> Zee wind farm. </a:t>
            </a:r>
            <a:r>
              <a:rPr lang="en-US" i="1" dirty="0"/>
              <a:t>Wind Energy</a:t>
            </a:r>
            <a:r>
              <a:rPr lang="en-US" dirty="0"/>
              <a:t>, </a:t>
            </a:r>
            <a:r>
              <a:rPr lang="en-US" i="1" dirty="0"/>
              <a:t>16</a:t>
            </a:r>
            <a:r>
              <a:rPr lang="en-US" dirty="0"/>
              <a:t>(4), 605–624. </a:t>
            </a:r>
            <a:r>
              <a:rPr lang="en-US" dirty="0">
                <a:hlinkClick r:id="rId5"/>
              </a:rPr>
              <a:t>https://doi.org/10.1002/we.1563</a:t>
            </a:r>
            <a:endParaRPr lang="en-US" dirty="0"/>
          </a:p>
          <a:p>
            <a:endParaRPr lang="en-US" dirty="0"/>
          </a:p>
          <a:p>
            <a:r>
              <a:rPr lang="en-US" dirty="0"/>
              <a:t>Steiner, J., Hodgson, E. L., van der Laan, M. P., Alcayaga, L., Pedersen, M., Andersen, S. J., Larsen, G., &amp; </a:t>
            </a:r>
            <a:r>
              <a:rPr lang="en-US" dirty="0" err="1"/>
              <a:t>Réthoré</a:t>
            </a:r>
            <a:r>
              <a:rPr lang="en-US" dirty="0"/>
              <a:t>, P.-E. (2025). </a:t>
            </a:r>
            <a:r>
              <a:rPr lang="en-US" i="1" dirty="0"/>
              <a:t>A multi-fidelity model benchmark for wake steering of a large turbine in a neutral ABL</a:t>
            </a:r>
            <a:r>
              <a:rPr lang="en-US" dirty="0"/>
              <a:t>. https://doi.org/10.5194/wes-2025-200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8B5B7A-AB77-A217-0B41-5743F97D76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1326A-77D5-A999-9C94-2609FCEF47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BF6CD87-FD0F-A5FC-A475-419FF60D43E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8E7C67A-8655-4404-A757-DF5B0D8C59A1}" type="datetime1">
              <a:rPr lang="en-US" smtClean="0"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616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9952E-88E6-C70F-4C0A-1EDF101C6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8781DCCF-826B-9B70-389A-86B42F110B2A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412525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5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8781DCCF-826B-9B70-389A-86B42F110B2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76B89CA-8DF5-3417-6B5F-F1833E772335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A8208A-5DE8-0761-20B7-4CB82AB510D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40B5EA-41A8-FBF2-9EC1-F7940AB267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28C045F-6D86-D7FC-9AEC-775CDD145F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94C1F8A3-0DA4-549E-A429-E68E6E56967D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</a:t>
            </a:r>
          </a:p>
          <a:p>
            <a:r>
              <a:rPr lang="en-US" sz="3200" b="0" kern="0" dirty="0">
                <a:solidFill>
                  <a:schemeClr val="accent6"/>
                </a:solidFill>
              </a:rPr>
              <a:t>Ignacio Hector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7730FD-A235-1E0F-DCD6-151AE52E3BC5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9540BC5D-1F7A-E4CB-BE2D-7F454CC95B76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26.10.2026</a:t>
            </a:r>
          </a:p>
        </p:txBody>
      </p:sp>
      <p:sp>
        <p:nvSpPr>
          <p:cNvPr id="9" name="Date Placeholder 9">
            <a:extLst>
              <a:ext uri="{FF2B5EF4-FFF2-40B4-BE49-F238E27FC236}">
                <a16:creationId xmlns:a16="http://schemas.microsoft.com/office/drawing/2014/main" id="{BCC8F361-2630-973B-06E4-4ACD23977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10/25/2026</a:t>
            </a:fld>
            <a:endParaRPr lang="en-US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652244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74C3EEB1-AE57-70B8-6445-9933C8DC0AF2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50777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4C3EEB1-AE57-70B8-6445-9933C8DC0A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95701C3-8402-9C9A-A7E6-4FE09AD39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Gaussian approximation test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2A2241-E328-241A-44DE-C1BD72B3FF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convolution of two </a:t>
                </a:r>
                <a:r>
                  <a:rPr lang="en-US" b="1" dirty="0"/>
                  <a:t>independent</a:t>
                </a:r>
                <a:r>
                  <a:rPr lang="en-US" dirty="0"/>
                  <a:t> gaussian distributions,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, is another gaussian distribution with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r>
                  <a:rPr lang="en-US" dirty="0"/>
                  <a:t>If we assume that: 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wake in the moving-frame of reference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dirty="0"/>
                  <a:t>the meandering distribution is Gaussian</a:t>
                </a:r>
              </a:p>
              <a:p>
                <a:pPr marL="558900" lvl="1" indent="-342900">
                  <a:buFont typeface="+mj-lt"/>
                  <a:buAutoNum type="arabicPeriod"/>
                </a:pPr>
                <a:r>
                  <a:rPr lang="en-US" b="1" dirty="0"/>
                  <a:t>the wake behaves as a passive tracer</a:t>
                </a:r>
              </a:p>
              <a:p>
                <a:pPr marL="558900" lvl="1" indent="-342900">
                  <a:buFont typeface="+mj-lt"/>
                  <a:buAutoNum type="arabicPeriod"/>
                </a:pPr>
                <a:endParaRPr lang="en-US" dirty="0"/>
              </a:p>
              <a:p>
                <a:pPr marL="2160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2A2241-E328-241A-44DE-C1BD72B3FF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374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68C588-218B-4ABC-689A-303CA9F295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4F50F2-C070-1676-D171-D9AD20D008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CD916D8-2328-FCD9-BB48-50DB99250DB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2BB3CC2-D564-4641-8DD3-28B819E5FCEB}" type="datetime1">
              <a:rPr lang="en-US" smtClean="0"/>
              <a:t>10/25/2026</a:t>
            </a:fld>
            <a:endParaRPr lang="en-US" dirty="0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3EF7B61D-50BC-98DC-44B0-E263308FC75F}"/>
              </a:ext>
            </a:extLst>
          </p:cNvPr>
          <p:cNvSpPr/>
          <p:nvPr/>
        </p:nvSpPr>
        <p:spPr bwMode="auto">
          <a:xfrm>
            <a:off x="8074360" y="4812334"/>
            <a:ext cx="360040" cy="1154345"/>
          </a:xfrm>
          <a:prstGeom prst="rightBrace">
            <a:avLst>
              <a:gd name="adj1" fmla="val 25365"/>
              <a:gd name="adj2" fmla="val 48577"/>
            </a:avLst>
          </a:prstGeom>
          <a:noFill/>
          <a:ln w="38100" cap="flat" cmpd="sng" algn="ctr">
            <a:solidFill>
              <a:schemeClr val="tx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A964B2-5DB0-34AA-8A0C-B0563ED9B875}"/>
                  </a:ext>
                </a:extLst>
              </p:cNvPr>
              <p:cNvSpPr txBox="1"/>
              <p:nvPr/>
            </p:nvSpPr>
            <p:spPr>
              <a:xfrm>
                <a:off x="8631491" y="5172375"/>
                <a:ext cx="2758447" cy="3354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fix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mov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1800" i="1">
                                  <a:latin typeface="Cambria Math" panose="02040503050406030204" pitchFamily="18" charset="0"/>
                                </a:rPr>
                                <m:t>meander</m:t>
                              </m:r>
                            </m:sub>
                          </m:sSub>
                        </m:e>
                      </m:rad>
                    </m:oMath>
                  </m:oMathPara>
                </a14:m>
                <a:endParaRPr lang="en-US" sz="1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0A964B2-5DB0-34AA-8A0C-B0563ED9B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1491" y="5172375"/>
                <a:ext cx="2758447" cy="335413"/>
              </a:xfrm>
              <a:prstGeom prst="rect">
                <a:avLst/>
              </a:prstGeom>
              <a:blipFill>
                <a:blip r:embed="rId6"/>
                <a:stretch>
                  <a:fillRect l="-664" r="-221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D4E65909-245E-8C14-0997-F7B128594046}"/>
              </a:ext>
            </a:extLst>
          </p:cNvPr>
          <p:cNvSpPr/>
          <p:nvPr/>
        </p:nvSpPr>
        <p:spPr bwMode="auto">
          <a:xfrm>
            <a:off x="8543478" y="5028359"/>
            <a:ext cx="2962971" cy="648072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5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C19B09-F74E-105E-0E23-02E11075491B}"/>
                  </a:ext>
                </a:extLst>
              </p:cNvPr>
              <p:cNvSpPr txBox="1"/>
              <p:nvPr/>
            </p:nvSpPr>
            <p:spPr>
              <a:xfrm>
                <a:off x="1774726" y="2420888"/>
                <a:ext cx="281987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en-US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fix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)=∆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mov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de-D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)∗</m:t>
                      </m:r>
                      <m:r>
                        <m:rPr>
                          <m:sty m:val="p"/>
                        </m:rP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 err="1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C19B09-F74E-105E-0E23-02E110754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4726" y="2420888"/>
                <a:ext cx="2819875" cy="276999"/>
              </a:xfrm>
              <a:prstGeom prst="rect">
                <a:avLst/>
              </a:prstGeom>
              <a:blipFill>
                <a:blip r:embed="rId7"/>
                <a:stretch>
                  <a:fillRect l="-864" r="-1944" b="-36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4DCCD9-86A7-20B2-EED5-11598592A85D}"/>
                  </a:ext>
                </a:extLst>
              </p:cNvPr>
              <p:cNvSpPr txBox="1"/>
              <p:nvPr/>
            </p:nvSpPr>
            <p:spPr>
              <a:xfrm>
                <a:off x="4908150" y="2074101"/>
                <a:ext cx="6814600" cy="10772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):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effectLst/>
                    <a:latin typeface="+mn-lt"/>
                    <a:ea typeface="Cambria Math" panose="02040503050406030204" pitchFamily="18" charset="0"/>
                  </a:rPr>
                  <a:t> wake deficit distribution in the fix frame of reference</a:t>
                </a: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mov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):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wake deficit distribution in the meandering frame of reference</a:t>
                </a:r>
                <a:endParaRPr lang="en-US" dirty="0">
                  <a:solidFill>
                    <a:schemeClr val="tx1"/>
                  </a:solidFill>
                  <a:effectLst/>
                  <a:latin typeface="+mn-lt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 </m:t>
                    </m:r>
                    <m:r>
                      <a:rPr lang="en-US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de-DE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: 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effectLst/>
                    <a:latin typeface="+mn-lt"/>
                  </a:rPr>
                  <a:t>wake-center displacement (meandering)</a:t>
                </a: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4DCCD9-86A7-20B2-EED5-11598592A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8150" y="2074101"/>
                <a:ext cx="6814600" cy="1077218"/>
              </a:xfrm>
              <a:prstGeom prst="rect">
                <a:avLst/>
              </a:prstGeom>
              <a:blipFill>
                <a:blip r:embed="rId8"/>
                <a:stretch>
                  <a:fillRect t="-1695" b="-62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933F66C-A118-DE70-DBDA-BC3AC16B38A4}"/>
              </a:ext>
            </a:extLst>
          </p:cNvPr>
          <p:cNvSpPr txBox="1"/>
          <p:nvPr/>
        </p:nvSpPr>
        <p:spPr>
          <a:xfrm>
            <a:off x="8975526" y="4689805"/>
            <a:ext cx="360040" cy="67710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US" sz="4400" b="1" dirty="0">
                <a:solidFill>
                  <a:schemeClr val="accent2"/>
                </a:solidFill>
                <a:latin typeface="+mn-lt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179167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cell data - do not delete" hidden="1">
            <a:extLst>
              <a:ext uri="{FF2B5EF4-FFF2-40B4-BE49-F238E27FC236}">
                <a16:creationId xmlns:a16="http://schemas.microsoft.com/office/drawing/2014/main" id="{9BB92645-56CC-2CA6-A857-7556122C744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963623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3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9BB92645-56CC-2CA6-A857-7556122C74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AC9673DE-B991-FC72-6F64-4B4806F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</a:t>
            </a:r>
            <a:r>
              <a:rPr lang="en-US"/>
              <a:t>of reference: Wake </a:t>
            </a:r>
            <a:r>
              <a:rPr lang="en-US" dirty="0"/>
              <a:t>deficit computation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5BCAD-B00B-C098-9BAE-B2CF1F3360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38BAA4-DB57-0EE7-B8E0-E494053CF32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7AB8101-9D5C-0ECF-A33B-23F5003C2F1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956249C-810C-47B4-852F-7286FE759A24}" type="datetime1">
              <a:rPr lang="en-US" smtClean="0"/>
              <a:t>10/25/2026</a:t>
            </a:fld>
            <a:endParaRPr lang="en-US" dirty="0"/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94109AC7-A10F-520B-ED8B-FC01DB31D4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85950" y="1706563"/>
            <a:ext cx="9090024" cy="4545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230661-0DB4-0920-6F42-8C149A57FBF2}"/>
              </a:ext>
            </a:extLst>
          </p:cNvPr>
          <p:cNvCxnSpPr/>
          <p:nvPr/>
        </p:nvCxnSpPr>
        <p:spPr bwMode="auto">
          <a:xfrm flipV="1">
            <a:off x="3286894" y="2852936"/>
            <a:ext cx="811696" cy="57606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BE4C481-E215-D5AB-306B-C6C9166DB944}"/>
                  </a:ext>
                </a:extLst>
              </p:cNvPr>
              <p:cNvSpPr txBox="1"/>
              <p:nvPr/>
            </p:nvSpPr>
            <p:spPr>
              <a:xfrm>
                <a:off x="1990750" y="3566183"/>
                <a:ext cx="648072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BE4C481-E215-D5AB-306B-C6C9166DB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0750" y="3566183"/>
                <a:ext cx="648072" cy="430887"/>
              </a:xfrm>
              <a:prstGeom prst="rect">
                <a:avLst/>
              </a:prstGeom>
              <a:blipFill>
                <a:blip r:embed="rId6"/>
                <a:stretch>
                  <a:fillRect r="-168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EAC154-6EAF-2093-FFE5-71480BC27F84}"/>
              </a:ext>
            </a:extLst>
          </p:cNvPr>
          <p:cNvCxnSpPr/>
          <p:nvPr/>
        </p:nvCxnSpPr>
        <p:spPr bwMode="auto">
          <a:xfrm flipH="1">
            <a:off x="6430913" y="2470692"/>
            <a:ext cx="528389" cy="38224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B7D10E-EC15-CAD5-C286-E096FEF2AFAB}"/>
                  </a:ext>
                </a:extLst>
              </p:cNvPr>
              <p:cNvSpPr txBox="1"/>
              <p:nvPr/>
            </p:nvSpPr>
            <p:spPr>
              <a:xfrm>
                <a:off x="6527254" y="1873184"/>
                <a:ext cx="648072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wake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800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 err="1">
                  <a:latin typeface="+mn-lt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CB7D10E-EC15-CAD5-C286-E096FEF2AF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254" y="1873184"/>
                <a:ext cx="648072" cy="430887"/>
              </a:xfrm>
              <a:prstGeom prst="rect">
                <a:avLst/>
              </a:prstGeom>
              <a:blipFill>
                <a:blip r:embed="rId7"/>
                <a:stretch>
                  <a:fillRect r="-1943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D8BC45D-0985-DF02-9331-736DA1751BC4}"/>
              </a:ext>
            </a:extLst>
          </p:cNvPr>
          <p:cNvCxnSpPr/>
          <p:nvPr/>
        </p:nvCxnSpPr>
        <p:spPr bwMode="auto">
          <a:xfrm>
            <a:off x="7357262" y="2470692"/>
            <a:ext cx="178104" cy="59826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0239810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F831E-2013-DC0E-AEA6-0816F0FFF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hinkcell data - do not delete" hidden="1">
            <a:extLst>
              <a:ext uri="{FF2B5EF4-FFF2-40B4-BE49-F238E27FC236}">
                <a16:creationId xmlns:a16="http://schemas.microsoft.com/office/drawing/2014/main" id="{1DAD2B0D-FFBA-3DBC-1040-3EC1D497BDB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092686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12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1DAD2B0D-FFBA-3DBC-1040-3EC1D497BD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978F5BD-7D77-3A8D-9F49-4CCE1EF5D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Wake deficit computation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61218CC-2858-4AA6-C655-EC2014993B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222998" y="2964268"/>
            <a:ext cx="3539573" cy="21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CFE4A2-A382-5334-3835-D1805D5D3A9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 dirty="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640443-38BE-AFEC-CB0C-1EA2892A3E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2B13C6CE-1906-B9F5-4476-787F29DED3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17598" y="6517037"/>
            <a:ext cx="733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+mn-lt"/>
              </a:defRPr>
            </a:lvl1pPr>
          </a:lstStyle>
          <a:p>
            <a:fld id="{3DF5C358-002F-4FFE-AE51-8D3FBE9A7FC8}" type="datetimeFigureOut">
              <a:rPr lang="en-US" smtClean="0"/>
              <a:pPr/>
              <a:t>10/25/2026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E116B3-1E29-2545-371F-9FFDF6313C1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42" y="2964268"/>
            <a:ext cx="3561081" cy="2160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56C39EE-5DBC-6E52-7411-C9F4FFB66F41}"/>
              </a:ext>
            </a:extLst>
          </p:cNvPr>
          <p:cNvSpPr/>
          <p:nvPr/>
        </p:nvSpPr>
        <p:spPr bwMode="auto">
          <a:xfrm>
            <a:off x="3718942" y="3983962"/>
            <a:ext cx="447463" cy="120612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pic>
        <p:nvPicPr>
          <p:cNvPr id="3" name="Content Placeholder 7">
            <a:extLst>
              <a:ext uri="{FF2B5EF4-FFF2-40B4-BE49-F238E27FC236}">
                <a16:creationId xmlns:a16="http://schemas.microsoft.com/office/drawing/2014/main" id="{D7639592-E8A7-F72E-67C6-E88AA4BB77E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99462" y="2903962"/>
            <a:ext cx="3554936" cy="21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C2CC16F-682A-CF45-6CAF-17F544AF4535}"/>
              </a:ext>
            </a:extLst>
          </p:cNvPr>
          <p:cNvSpPr/>
          <p:nvPr/>
        </p:nvSpPr>
        <p:spPr bwMode="auto">
          <a:xfrm>
            <a:off x="7895406" y="3829074"/>
            <a:ext cx="447463" cy="120612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F125D1-4AFA-2C54-A17C-A02D06213A44}"/>
              </a:ext>
            </a:extLst>
          </p:cNvPr>
          <p:cNvSpPr/>
          <p:nvPr/>
        </p:nvSpPr>
        <p:spPr bwMode="auto">
          <a:xfrm>
            <a:off x="7895406" y="4041556"/>
            <a:ext cx="447463" cy="120612"/>
          </a:xfrm>
          <a:prstGeom prst="rect">
            <a:avLst/>
          </a:prstGeom>
          <a:solidFill>
            <a:schemeClr val="accent2"/>
          </a:solidFill>
          <a:ln w="9525" cap="flat" cmpd="sng" algn="ctr">
            <a:solidFill>
              <a:schemeClr val="accent2"/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98C7A3-E9CC-89D1-30E3-11F45C3183D1}"/>
                  </a:ext>
                </a:extLst>
              </p:cNvPr>
              <p:cNvSpPr txBox="1"/>
              <p:nvPr/>
            </p:nvSpPr>
            <p:spPr>
              <a:xfrm>
                <a:off x="118542" y="2503348"/>
                <a:ext cx="3600400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2000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free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398C7A3-E9CC-89D1-30E3-11F45C3183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542" y="2503348"/>
                <a:ext cx="3600400" cy="307777"/>
              </a:xfrm>
              <a:prstGeom prst="rect">
                <a:avLst/>
              </a:prstGeom>
              <a:blipFill>
                <a:blip r:embed="rId8"/>
                <a:stretch>
                  <a:fillRect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190A65-1E60-0C4F-C5A9-BF0D535AA9D8}"/>
                  </a:ext>
                </a:extLst>
              </p:cNvPr>
              <p:cNvSpPr txBox="1"/>
              <p:nvPr/>
            </p:nvSpPr>
            <p:spPr>
              <a:xfrm>
                <a:off x="4222999" y="2501847"/>
                <a:ext cx="353957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2000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wake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2190A65-1E60-0C4F-C5A9-BF0D535AA9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2999" y="2501847"/>
                <a:ext cx="3539572" cy="307777"/>
              </a:xfrm>
              <a:prstGeom prst="rect">
                <a:avLst/>
              </a:prstGeom>
              <a:blipFill>
                <a:blip r:embed="rId9"/>
                <a:stretch>
                  <a:fillRect b="-37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72DF62F-768A-8C94-D160-518305133DC0}"/>
                  </a:ext>
                </a:extLst>
              </p:cNvPr>
              <p:cNvSpPr txBox="1"/>
              <p:nvPr/>
            </p:nvSpPr>
            <p:spPr>
              <a:xfrm>
                <a:off x="8399461" y="2501847"/>
                <a:ext cx="3554935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de-DE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DE" sz="2000" i="1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de-DE" sz="2000" i="1">
                              <a:latin typeface="Cambria Math" panose="02040503050406030204" pitchFamily="18" charset="0"/>
                            </a:rPr>
                            <m:t>wake</m:t>
                          </m:r>
                        </m:sub>
                      </m:sSub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de-DE" sz="2000" b="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>
                  <a:latin typeface="+mn-lt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72DF62F-768A-8C94-D160-518305133D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9461" y="2501847"/>
                <a:ext cx="3554935" cy="307777"/>
              </a:xfrm>
              <a:prstGeom prst="rect">
                <a:avLst/>
              </a:prstGeom>
              <a:blipFill>
                <a:blip r:embed="rId10"/>
                <a:stretch>
                  <a:fillRect b="-37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3818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cell data - do not delete" hidden="1">
            <a:extLst>
              <a:ext uri="{FF2B5EF4-FFF2-40B4-BE49-F238E27FC236}">
                <a16:creationId xmlns:a16="http://schemas.microsoft.com/office/drawing/2014/main" id="{21195584-566F-BA84-11CE-EAA2774F5172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903049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21195584-566F-BA84-11CE-EAA2774F51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B8F52BE4-0C71-109E-03A7-5B3B4B460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Wake deficit computation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6615E56-E680-D1CC-13ED-178CFEA381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586168" y="1916832"/>
            <a:ext cx="6920282" cy="42048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73F0D8-088A-F498-C0C9-161BE18D90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F7C551-6A24-3862-018A-1DA05ECE3C7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89714F3-357A-A560-FED1-3CB8CA9C5F0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74FE6E8-0A69-4A49-B049-ED2ABC9705CE}" type="datetime1">
              <a:rPr lang="en-US" smtClean="0"/>
              <a:t>10/25/2026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6D1C1C-029E-8C1A-5DC4-BD8FE3B1E865}"/>
              </a:ext>
            </a:extLst>
          </p:cNvPr>
          <p:cNvCxnSpPr/>
          <p:nvPr/>
        </p:nvCxnSpPr>
        <p:spPr bwMode="auto">
          <a:xfrm>
            <a:off x="5303118" y="4653136"/>
            <a:ext cx="5127507" cy="0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chemeClr val="tx1"/>
            </a:solidFill>
            <a:prstDash val="sysDot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628D61E5-BA27-D5D2-F35A-F61C11EACEB2}"/>
              </a:ext>
            </a:extLst>
          </p:cNvPr>
          <p:cNvSpPr txBox="1">
            <a:spLocks/>
          </p:cNvSpPr>
          <p:nvPr/>
        </p:nvSpPr>
        <p:spPr bwMode="auto">
          <a:xfrm>
            <a:off x="1774726" y="2132856"/>
            <a:ext cx="2811442" cy="41190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19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4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2pPr>
            <a:lvl3pPr marL="6156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  <a:ea typeface="+mn-ea"/>
              </a:defRPr>
            </a:lvl3pPr>
            <a:lvl4pPr marL="828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chemeClr val="tx1"/>
                </a:solidFill>
                <a:latin typeface="+mn-lt"/>
                <a:ea typeface="+mn-ea"/>
              </a:defRPr>
            </a:lvl4pPr>
            <a:lvl5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5pPr>
            <a:lvl6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6pPr>
            <a:lvl7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7pPr>
            <a:lvl8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8pPr>
            <a:lvl9pPr marL="1026000" indent="-1980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kern="0" dirty="0"/>
              <a:t>Wake deficit </a:t>
            </a:r>
            <a:r>
              <a:rPr lang="en-US" b="1" kern="0" dirty="0"/>
              <a:t>1-hour avg.</a:t>
            </a:r>
          </a:p>
          <a:p>
            <a:endParaRPr lang="en-US" kern="0" dirty="0"/>
          </a:p>
          <a:p>
            <a:r>
              <a:rPr lang="en-US" kern="0" dirty="0"/>
              <a:t>Sample deficit at horizontal rotor centerline</a:t>
            </a:r>
          </a:p>
          <a:p>
            <a:endParaRPr lang="en-US" kern="0" dirty="0"/>
          </a:p>
          <a:p>
            <a:r>
              <a:rPr lang="en-US" kern="0" dirty="0"/>
              <a:t>Far wake: deficit should be </a:t>
            </a:r>
            <a:r>
              <a:rPr lang="en-US" b="1" kern="0" dirty="0"/>
              <a:t>gaussian</a:t>
            </a:r>
          </a:p>
          <a:p>
            <a:pPr marL="0" indent="0">
              <a:buNone/>
            </a:pPr>
            <a:r>
              <a:rPr lang="en-US" kern="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4203270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cell data - do not delete" hidden="1">
            <a:extLst>
              <a:ext uri="{FF2B5EF4-FFF2-40B4-BE49-F238E27FC236}">
                <a16:creationId xmlns:a16="http://schemas.microsoft.com/office/drawing/2014/main" id="{DA3F50FE-23B5-52CD-52D3-2B24B777AE9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226687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9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A3F50FE-23B5-52CD-52D3-2B24B777A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D80C6AB-63C7-ECDF-0D6B-DB3BED768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Fix frame of reference: Gaussian fit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64BD95-71D9-4B79-8A4B-20CD291751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E7A7CF-8102-A7AD-6233-E473B67B26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599AAD2-E875-4277-67B4-14BECE5B20F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B673112-AEC8-485D-99A9-0012E0D58EB0}" type="datetime1">
              <a:rPr lang="en-US" smtClean="0"/>
              <a:t>10/25/2026</a:t>
            </a:fld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C9413EB-0CE8-DD73-C388-A66EA2B0F6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19171" y="2566374"/>
            <a:ext cx="5476035" cy="30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272270A-F1E4-A6F3-2679-6E31DED9BB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13877" y="2566374"/>
            <a:ext cx="5476035" cy="3024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3B36B6A-870B-4817-4F58-A65FA17F07B3}"/>
                  </a:ext>
                </a:extLst>
              </p:cNvPr>
              <p:cNvSpPr txBox="1"/>
              <p:nvPr/>
            </p:nvSpPr>
            <p:spPr>
              <a:xfrm>
                <a:off x="950915" y="2202394"/>
                <a:ext cx="3528392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:r>
                  <a:rPr lang="en-US" b="1" dirty="0">
                    <a:latin typeface="+mn-lt"/>
                  </a:rPr>
                  <a:t>5D downstream: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  <m:r>
                          <m:rPr>
                            <m:sty m:val="p"/>
                          </m:r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𝟏𝟎𝟐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3B36B6A-870B-4817-4F58-A65FA17F0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915" y="2202394"/>
                <a:ext cx="3528392" cy="256993"/>
              </a:xfrm>
              <a:prstGeom prst="rect">
                <a:avLst/>
              </a:prstGeom>
              <a:blipFill>
                <a:blip r:embed="rId7"/>
                <a:stretch>
                  <a:fillRect l="-3627" t="-23810" b="-4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585FD4F-2DBC-23EE-67E5-0686500060AA}"/>
                  </a:ext>
                </a:extLst>
              </p:cNvPr>
              <p:cNvSpPr txBox="1"/>
              <p:nvPr/>
            </p:nvSpPr>
            <p:spPr>
              <a:xfrm>
                <a:off x="6671270" y="2202394"/>
                <a:ext cx="3528392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:r>
                  <a:rPr lang="en-US" b="1" dirty="0">
                    <a:latin typeface="+mn-lt"/>
                  </a:rPr>
                  <a:t>10D downstream: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  <m:r>
                          <m:rPr>
                            <m:sty m:val="p"/>
                          </m:rP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de-D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fix</m:t>
                        </m:r>
                      </m:sub>
                    </m:sSub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𝟏𝟑𝟒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585FD4F-2DBC-23EE-67E5-068650006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1270" y="2202394"/>
                <a:ext cx="3528392" cy="256993"/>
              </a:xfrm>
              <a:prstGeom prst="rect">
                <a:avLst/>
              </a:prstGeom>
              <a:blipFill>
                <a:blip r:embed="rId8"/>
                <a:stretch>
                  <a:fillRect l="-3454" t="-23810" b="-4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6696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Afbeelding 18">
            <a:extLst>
              <a:ext uri="{FF2B5EF4-FFF2-40B4-BE49-F238E27FC236}">
                <a16:creationId xmlns:a16="http://schemas.microsoft.com/office/drawing/2014/main" id="{9267CA7F-2AE3-5324-A1E4-1772BA4CF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5325" y="3119480"/>
            <a:ext cx="6700646" cy="3350323"/>
          </a:xfrm>
          <a:prstGeom prst="rect">
            <a:avLst/>
          </a:prstGeom>
        </p:spPr>
      </p:pic>
      <p:pic>
        <p:nvPicPr>
          <p:cNvPr id="17" name="Afbeelding 16">
            <a:extLst>
              <a:ext uri="{FF2B5EF4-FFF2-40B4-BE49-F238E27FC236}">
                <a16:creationId xmlns:a16="http://schemas.microsoft.com/office/drawing/2014/main" id="{C3499F6E-5C4A-0E5F-944F-75036F485D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306" y="3174462"/>
            <a:ext cx="6480722" cy="3240361"/>
          </a:xfrm>
          <a:prstGeom prst="rect">
            <a:avLst/>
          </a:prstGeom>
        </p:spPr>
      </p:pic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DC0C3746-5CF6-DBAC-2E54-E2685E1F15F8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556888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5" imgW="484" imgH="486" progId="TCLayout.ActiveDocument.1">
                  <p:embed/>
                </p:oleObj>
              </mc:Choice>
              <mc:Fallback>
                <p:oleObj name="thinkcell Slide" r:id="rId5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DC0C3746-5CF6-DBAC-2E54-E2685E1F15F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7173394-A03E-A3BF-B8B3-B48208692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0710" y="476672"/>
            <a:ext cx="9312374" cy="513195"/>
          </a:xfrm>
        </p:spPr>
        <p:txBody>
          <a:bodyPr vert="horz" rIns="0"/>
          <a:lstStyle/>
          <a:p>
            <a:r>
              <a:rPr lang="en-US" dirty="0"/>
              <a:t>Meandering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B389B1-C1CE-249E-B52D-00EBA3B5B50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86C9D2-FBE3-5B3F-D97D-BC8199641DE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ED96DE3-B682-321B-922F-E522D811201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8C3FDD8-F83B-4A61-8980-AAD580A25F65}" type="datetime1">
              <a:rPr lang="en-US" smtClean="0"/>
              <a:t>10/25/2026</a:t>
            </a:fld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4E629D4-B379-C414-C40E-4BEF82556ACF}"/>
              </a:ext>
            </a:extLst>
          </p:cNvPr>
          <p:cNvSpPr txBox="1">
            <a:spLocks/>
          </p:cNvSpPr>
          <p:nvPr/>
        </p:nvSpPr>
        <p:spPr bwMode="auto">
          <a:xfrm>
            <a:off x="2198904" y="2917865"/>
            <a:ext cx="1584175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1600" kern="0" dirty="0"/>
              <a:t>Near wake: 5D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14A581C-40DD-38F7-368C-D80E9AF45C6C}"/>
              </a:ext>
            </a:extLst>
          </p:cNvPr>
          <p:cNvSpPr txBox="1">
            <a:spLocks/>
          </p:cNvSpPr>
          <p:nvPr/>
        </p:nvSpPr>
        <p:spPr bwMode="auto">
          <a:xfrm>
            <a:off x="1632802" y="863712"/>
            <a:ext cx="7751091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1600" b="0" kern="0" dirty="0"/>
              <a:t>The wake </a:t>
            </a:r>
            <a:r>
              <a:rPr lang="en-US" sz="1600" b="0" kern="0" dirty="0" err="1"/>
              <a:t>centre</a:t>
            </a:r>
            <a:r>
              <a:rPr lang="en-US" sz="1600" b="0" kern="0" dirty="0"/>
              <a:t> moves sideways and up-and-down as it propagates downstream.  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45904EA8-44BD-997E-631C-5B2B03EA1FAF}"/>
              </a:ext>
            </a:extLst>
          </p:cNvPr>
          <p:cNvSpPr txBox="1">
            <a:spLocks/>
          </p:cNvSpPr>
          <p:nvPr/>
        </p:nvSpPr>
        <p:spPr bwMode="auto">
          <a:xfrm>
            <a:off x="8103561" y="2917865"/>
            <a:ext cx="1584175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0000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1600" kern="0" dirty="0"/>
              <a:t>Far wake: 10D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kstvak 2">
                <a:extLst>
                  <a:ext uri="{FF2B5EF4-FFF2-40B4-BE49-F238E27FC236}">
                    <a16:creationId xmlns:a16="http://schemas.microsoft.com/office/drawing/2014/main" id="{449351AA-8F25-51DB-FC3F-DCE472FE93B5}"/>
                  </a:ext>
                </a:extLst>
              </p:cNvPr>
              <p:cNvSpPr txBox="1"/>
              <p:nvPr/>
            </p:nvSpPr>
            <p:spPr>
              <a:xfrm>
                <a:off x="3059274" y="1813130"/>
                <a:ext cx="3456384" cy="90261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nl-NL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nl-NL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  <m:r>
                        <a:rPr lang="nl-NL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l-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 </m:t>
                              </m:r>
                              <m:sSup>
                                <m:sSupPr>
                                  <m:ctrlP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(1−</m:t>
                                  </m:r>
                                  <m:f>
                                    <m:fPr>
                                      <m:ctrlP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𝑈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𝑈</m:t>
                                          </m:r>
                                        </m:e>
                                        <m:sub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p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𝑑𝐴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(1−</m:t>
                                  </m:r>
                                  <m:f>
                                    <m:fPr>
                                      <m:ctrlP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𝑈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𝑈</m:t>
                                          </m:r>
                                        </m:e>
                                        <m:sub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p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𝑑𝐴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nl-NL" dirty="0" err="1">
                  <a:latin typeface="+mn-lt"/>
                </a:endParaRPr>
              </a:p>
            </p:txBody>
          </p:sp>
        </mc:Choice>
        <mc:Fallback>
          <p:sp>
            <p:nvSpPr>
              <p:cNvPr id="3" name="Tekstvak 2">
                <a:extLst>
                  <a:ext uri="{FF2B5EF4-FFF2-40B4-BE49-F238E27FC236}">
                    <a16:creationId xmlns:a16="http://schemas.microsoft.com/office/drawing/2014/main" id="{449351AA-8F25-51DB-FC3F-DCE472FE9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9274" y="1813130"/>
                <a:ext cx="3456384" cy="90261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kstvak 9">
                <a:extLst>
                  <a:ext uri="{FF2B5EF4-FFF2-40B4-BE49-F238E27FC236}">
                    <a16:creationId xmlns:a16="http://schemas.microsoft.com/office/drawing/2014/main" id="{3AEC6F4D-39BF-1AE1-E009-B05A9759C7FC}"/>
                  </a:ext>
                </a:extLst>
              </p:cNvPr>
              <p:cNvSpPr txBox="1"/>
              <p:nvPr/>
            </p:nvSpPr>
            <p:spPr>
              <a:xfrm>
                <a:off x="6371642" y="1813131"/>
                <a:ext cx="3456384" cy="90261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spcBef>
                    <a:spcPts val="432"/>
                  </a:spcBef>
                </a:pPr>
                <a14:m>
                  <m:oMathPara xmlns:m="http://schemas.openxmlformats.org/officeDocument/2006/math">
                    <m:oMath>
                      <m:r>
                        <a:rPr lang="nl-NL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nl-NL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Z</m:t>
                      </m:r>
                      <m:r>
                        <a:rPr lang="nl-NL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nl-NL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 </m:t>
                              </m:r>
                              <m:sSup>
                                <m:sSupPr>
                                  <m:ctrlP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(1−</m:t>
                                  </m:r>
                                  <m:f>
                                    <m:fPr>
                                      <m:ctrlP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𝑈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𝑈</m:t>
                                          </m:r>
                                        </m:e>
                                        <m:sub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p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𝑑𝐴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(1−</m:t>
                                  </m:r>
                                  <m:f>
                                    <m:fPr>
                                      <m:ctrlP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NL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𝑈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𝑈</m:t>
                                          </m:r>
                                        </m:e>
                                        <m:sub>
                                          <m:r>
                                            <a:rPr lang="nl-NL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nl-NL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nl-NL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p>
                              <m:r>
                                <a:rPr lang="nl-NL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𝑑𝐴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nl-NL" dirty="0" err="1">
                  <a:latin typeface="+mn-lt"/>
                </a:endParaRPr>
              </a:p>
            </p:txBody>
          </p:sp>
        </mc:Choice>
        <mc:Fallback>
          <p:sp>
            <p:nvSpPr>
              <p:cNvPr id="10" name="Tekstvak 9">
                <a:extLst>
                  <a:ext uri="{FF2B5EF4-FFF2-40B4-BE49-F238E27FC236}">
                    <a16:creationId xmlns:a16="http://schemas.microsoft.com/office/drawing/2014/main" id="{3AEC6F4D-39BF-1AE1-E009-B05A9759C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642" y="1813131"/>
                <a:ext cx="3456384" cy="90261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kstvak 12">
            <a:extLst>
              <a:ext uri="{FF2B5EF4-FFF2-40B4-BE49-F238E27FC236}">
                <a16:creationId xmlns:a16="http://schemas.microsoft.com/office/drawing/2014/main" id="{9ABEFCF6-5E04-234B-D9C3-45A47622C4CF}"/>
              </a:ext>
            </a:extLst>
          </p:cNvPr>
          <p:cNvSpPr txBox="1"/>
          <p:nvPr/>
        </p:nvSpPr>
        <p:spPr>
          <a:xfrm>
            <a:off x="1601725" y="2125083"/>
            <a:ext cx="1457549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nl-NL" b="1" dirty="0">
                <a:latin typeface="+mn-lt"/>
              </a:rPr>
              <a:t>Wake </a:t>
            </a:r>
            <a:r>
              <a:rPr lang="nl-NL" b="1" dirty="0" err="1">
                <a:latin typeface="+mn-lt"/>
              </a:rPr>
              <a:t>centre</a:t>
            </a:r>
            <a:r>
              <a:rPr lang="nl-NL" b="1" dirty="0">
                <a:latin typeface="+mn-lt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274608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276E6-3BE2-6FD5-BB3B-952901FEF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B6C60F24-F623-E9F1-022A-0C3C77402295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B6C60F24-F623-E9F1-022A-0C3C7740229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2DC51DC-C8E1-4674-3FB1-C57199889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9665" y="377782"/>
            <a:ext cx="9312374" cy="513195"/>
          </a:xfrm>
        </p:spPr>
        <p:txBody>
          <a:bodyPr vert="horz" rIns="0"/>
          <a:lstStyle/>
          <a:p>
            <a:r>
              <a:rPr lang="en-US" dirty="0"/>
              <a:t>Meandering: Gaussian fit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E95564-48EB-ECB2-99CF-A29FF192EA3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BF23D5-4A53-C6B7-E9E5-525A630F1DA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9314FD0-B83F-41FC-A158-D333FC4C7A2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8C3FDD8-F83B-4A61-8980-AAD580A25F65}" type="datetime1">
              <a:rPr lang="en-US" smtClean="0"/>
              <a:t>10/25/2026</a:t>
            </a:fld>
            <a:endParaRPr lang="en-US" dirty="0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3D428EBD-4E31-9395-E766-0DE6459FA6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0749" y="1615747"/>
            <a:ext cx="4613737" cy="2306869"/>
          </a:xfrm>
          <a:prstGeom prst="rect">
            <a:avLst/>
          </a:prstGeom>
        </p:spPr>
      </p:pic>
      <p:pic>
        <p:nvPicPr>
          <p:cNvPr id="10" name="Afbeelding 9">
            <a:extLst>
              <a:ext uri="{FF2B5EF4-FFF2-40B4-BE49-F238E27FC236}">
                <a16:creationId xmlns:a16="http://schemas.microsoft.com/office/drawing/2014/main" id="{A8BAA4AC-EF4E-3019-3D48-7940670709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0750" y="3789040"/>
            <a:ext cx="4613737" cy="2306869"/>
          </a:xfrm>
          <a:prstGeom prst="rect">
            <a:avLst/>
          </a:prstGeom>
        </p:spPr>
      </p:pic>
      <p:pic>
        <p:nvPicPr>
          <p:cNvPr id="12" name="Afbeelding 11">
            <a:extLst>
              <a:ext uri="{FF2B5EF4-FFF2-40B4-BE49-F238E27FC236}">
                <a16:creationId xmlns:a16="http://schemas.microsoft.com/office/drawing/2014/main" id="{83336CA8-5442-2CD2-7A44-E24D2C4678E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2480" y="1786509"/>
            <a:ext cx="5546388" cy="2218555"/>
          </a:xfrm>
          <a:prstGeom prst="rect">
            <a:avLst/>
          </a:prstGeom>
        </p:spPr>
      </p:pic>
      <p:pic>
        <p:nvPicPr>
          <p:cNvPr id="14" name="Afbeelding 13">
            <a:extLst>
              <a:ext uri="{FF2B5EF4-FFF2-40B4-BE49-F238E27FC236}">
                <a16:creationId xmlns:a16="http://schemas.microsoft.com/office/drawing/2014/main" id="{1EAD45B5-6C59-C928-15A2-01A6080B279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2480" y="4005064"/>
            <a:ext cx="5546389" cy="2218556"/>
          </a:xfrm>
          <a:prstGeom prst="rect">
            <a:avLst/>
          </a:prstGeom>
        </p:spPr>
      </p:pic>
      <p:sp>
        <p:nvSpPr>
          <p:cNvPr id="15" name="Tekstvak 14">
            <a:extLst>
              <a:ext uri="{FF2B5EF4-FFF2-40B4-BE49-F238E27FC236}">
                <a16:creationId xmlns:a16="http://schemas.microsoft.com/office/drawing/2014/main" id="{88211A0A-070C-6698-6087-054B065A4114}"/>
              </a:ext>
            </a:extLst>
          </p:cNvPr>
          <p:cNvSpPr txBox="1"/>
          <p:nvPr/>
        </p:nvSpPr>
        <p:spPr>
          <a:xfrm>
            <a:off x="334566" y="2547393"/>
            <a:ext cx="15841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nl-NL" b="1" dirty="0">
                <a:latin typeface="+mn-lt"/>
              </a:rPr>
              <a:t>Near Wake: 5D</a:t>
            </a:r>
          </a:p>
        </p:txBody>
      </p:sp>
      <p:sp>
        <p:nvSpPr>
          <p:cNvPr id="17" name="Tekstvak 16">
            <a:extLst>
              <a:ext uri="{FF2B5EF4-FFF2-40B4-BE49-F238E27FC236}">
                <a16:creationId xmlns:a16="http://schemas.microsoft.com/office/drawing/2014/main" id="{26ACBE45-108E-05CC-3ADD-DF34AF0CE756}"/>
              </a:ext>
            </a:extLst>
          </p:cNvPr>
          <p:cNvSpPr txBox="1"/>
          <p:nvPr/>
        </p:nvSpPr>
        <p:spPr>
          <a:xfrm>
            <a:off x="262558" y="4696253"/>
            <a:ext cx="165618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nl-NL" b="1" dirty="0">
                <a:latin typeface="+mn-lt"/>
              </a:rPr>
              <a:t>Far Wake: 10D</a:t>
            </a:r>
          </a:p>
        </p:txBody>
      </p:sp>
      <p:sp>
        <p:nvSpPr>
          <p:cNvPr id="19" name="Tekstvak 18">
            <a:extLst>
              <a:ext uri="{FF2B5EF4-FFF2-40B4-BE49-F238E27FC236}">
                <a16:creationId xmlns:a16="http://schemas.microsoft.com/office/drawing/2014/main" id="{F6093DE7-2F97-8006-FB53-FA93E18295C2}"/>
              </a:ext>
            </a:extLst>
          </p:cNvPr>
          <p:cNvSpPr txBox="1"/>
          <p:nvPr/>
        </p:nvSpPr>
        <p:spPr>
          <a:xfrm>
            <a:off x="3767461" y="1492636"/>
            <a:ext cx="229903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nl-NL" b="1" dirty="0">
                <a:latin typeface="+mn-lt"/>
              </a:rPr>
              <a:t>Time series</a:t>
            </a:r>
          </a:p>
        </p:txBody>
      </p:sp>
      <p:sp>
        <p:nvSpPr>
          <p:cNvPr id="21" name="Tekstvak 20">
            <a:extLst>
              <a:ext uri="{FF2B5EF4-FFF2-40B4-BE49-F238E27FC236}">
                <a16:creationId xmlns:a16="http://schemas.microsoft.com/office/drawing/2014/main" id="{0268B5D4-6178-C0E6-DCD2-FB21AD824AE4}"/>
              </a:ext>
            </a:extLst>
          </p:cNvPr>
          <p:cNvSpPr txBox="1"/>
          <p:nvPr/>
        </p:nvSpPr>
        <p:spPr>
          <a:xfrm>
            <a:off x="8831510" y="1485593"/>
            <a:ext cx="229903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nl-NL" b="1" dirty="0" err="1">
                <a:latin typeface="+mn-lt"/>
              </a:rPr>
              <a:t>Distributions</a:t>
            </a:r>
            <a:endParaRPr lang="nl-NL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096989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96ED2EFF-6792-6CDB-808C-A143BCBB708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165780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96ED2EFF-6792-6CDB-808C-A143BCBB708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CB234263-5363-B0CB-FFB2-9CD2DC4F8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Moving frame of reference: Wake deficit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6F5DD-22AF-86AE-D34B-78CC17B98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57CCCA-5AE0-5E5D-7B97-66A9629DE9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sz="800"/>
              <a:t>A deconstructed comparison of DWM and LES wake aerodynamics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50354E-B2BA-CB94-030E-448F6FD67F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A37ED99-52DC-0DA9-B548-4D549D639D0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869EAC3-13EE-4246-89E1-E191CD7E8A15}" type="datetime1">
              <a:rPr lang="en-US" smtClean="0"/>
              <a:t>10/25/2026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649236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DNEW" val="Fals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2"/>
        </a:solidFill>
        <a:ln w="9525" cap="flat" cmpd="sng" algn="ctr">
          <a:solidFill>
            <a:schemeClr val="accent2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 smtClean="0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Wind Energy Template.pptx  -  Read-Only" id="{5D1E195A-5694-493A-9B3A-DD892780DE75}" vid="{6B133F9E-2F46-46EE-B913-DA3CF10F941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.xml><?xml version="1.0" encoding="utf-8"?>
<TemplafyTemplateConfiguration><![CDATA[{"elementsMetadata":[{"type":"shape","id":"760c0b01-e6e8-4844-b6e1-1dc9fa2aa3a0","elementConfiguration":{"binding":"UserProfile.Offices.Workarea_{{DocumentLanguage}}","disableUpdates":false,"type":"text"}},{"type":"shape","id":"d52388ce-2b60-421d-b542-b927e7f7ca5d","elementConfiguration":{"format":"{{DateFormats.GeneralDate}}","binding":"Form.Date","disableUpdates":false,"type":"date"}},{"type":"shape","id":"19920dab-3faa-4eb9-b064-a1f7031a4d5a","elementConfiguration":{"binding":"Form.PresentationTitle","disableUpdates":false,"type":"text"}}],"transformationConfigurations":[{"language":"{{DocumentLanguage}}","disableUpdates":false,"type":"proofingLanguage"}],"templateName":"DTU Wind Energy Template","templateDescription":"","enableDocumentContentUpdater":true,"version":"1.2"}]]></TemplafyTemplateConfiguration>
</file>

<file path=customXml/item6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DA1FD2B40FDA458284BB6FCA763489" ma:contentTypeVersion="5" ma:contentTypeDescription="Create a new document." ma:contentTypeScope="" ma:versionID="72b2569ebc96083092f6d8e76413cd52">
  <xsd:schema xmlns:xsd="http://www.w3.org/2001/XMLSchema" xmlns:xs="http://www.w3.org/2001/XMLSchema" xmlns:p="http://schemas.microsoft.com/office/2006/metadata/properties" xmlns:ns2="683dcda1-f8c3-442f-ae64-e236c052732d" xmlns:ns3="715bde23-c48d-41ea-a697-dffaa8fbae8d" targetNamespace="http://schemas.microsoft.com/office/2006/metadata/properties" ma:root="true" ma:fieldsID="df14c340b530a7b5c38005fefa6a5693" ns2:_="" ns3:_="">
    <xsd:import namespace="683dcda1-f8c3-442f-ae64-e236c052732d"/>
    <xsd:import namespace="715bde23-c48d-41ea-a697-dffaa8fbae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dcda1-f8c3-442f-ae64-e236c05273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5bde23-c48d-41ea-a697-dffaa8fbae8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7.xml><?xml version="1.0" encoding="utf-8"?>
<TemplafyFormConfiguration><![CDATA[{"formFields":[{"required":false,"helpTexts":{"prefix":"","postfix":""},"spacing":{},"type":"datePicker","name":"Date","label":"Date","fullyQualifiedName":"Date"},{"required":false,"placeholder":"","lines":0,"helpTexts":{"prefix":"","postfix":""},"spacing":{},"type":"textBox","name":"PresentationTitle","label":"Presentation title","fullyQualifiedName":"PresentationTitle"}],"formDataEntries":[]}]]></TemplafyFormConfiguration>
</file>

<file path=customXml/item8.xml><?xml version="1.0" encoding="utf-8"?>
<TemplafySlideFormConfiguration><![CDATA[{"formFields":[],"formDataEntries":[]}]]></TemplafySlideFormConfiguration>
</file>

<file path=customXml/item9.xml><?xml version="1.0" encoding="utf-8"?>
<TemplafySlideTemplateConfiguration><![CDATA[{"documentContentValidatorConfiguration":{"enableDocumentContentValidator":false,"documentContentValidatorVersion":0},"elementsMetadata":[],"slideId":"637582373566098804","enableDocumentContentUpdater":true,"version":"1.2"}]]></TemplafySlideTemplateConfiguration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TemplateConfiguration><![CDATA[{"documentContentValidatorConfiguration":{"enableDocumentContentValidator":false,"documentContentValidatorVersion":0},"elementsMetadata":[],"slideId":"636822015789305408","enableDocumentContentUpdater":true,"version":"1.2"}]]></TemplafySlideTemplate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14.xml><?xml version="1.0" encoding="utf-8"?>
<TemplafySlideFormConfiguration><![CDATA[{"formFields":[],"formDataEntries":[]}]]></TemplafySlideFormConfiguration>
</file>

<file path=customXml/item15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Props1.xml><?xml version="1.0" encoding="utf-8"?>
<ds:datastoreItem xmlns:ds="http://schemas.openxmlformats.org/officeDocument/2006/customXml" ds:itemID="{AF32439C-8EF2-469F-A487-C82C55E480D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56B63E5-69B6-464D-863A-E47835EE7289}">
  <ds:schemaRefs/>
</ds:datastoreItem>
</file>

<file path=customXml/itemProps3.xml><?xml version="1.0" encoding="utf-8"?>
<ds:datastoreItem xmlns:ds="http://schemas.openxmlformats.org/officeDocument/2006/customXml" ds:itemID="{9264A7C6-73F2-4A78-AE58-B921BC9D921C}">
  <ds:schemaRefs/>
</ds:datastoreItem>
</file>

<file path=customXml/itemProps4.xml><?xml version="1.0" encoding="utf-8"?>
<ds:datastoreItem xmlns:ds="http://schemas.openxmlformats.org/officeDocument/2006/customXml" ds:itemID="{130D490B-E977-43FF-A2D1-8C2447D6F702}">
  <ds:schemaRefs>
    <ds:schemaRef ds:uri="http://schemas.microsoft.com/sharepoint/v3/contenttype/forms"/>
  </ds:schemaRefs>
</ds:datastoreItem>
</file>

<file path=customXml/itemProps5.xml><?xml version="1.0" encoding="utf-8"?>
<ds:datastoreItem xmlns:ds="http://schemas.openxmlformats.org/officeDocument/2006/customXml" ds:itemID="{1334258C-C3E7-4029-A615-C886A240FB15}">
  <ds:schemaRefs/>
</ds:datastoreItem>
</file>

<file path=customXml/itemProps6.xml><?xml version="1.0" encoding="utf-8"?>
<ds:datastoreItem xmlns:ds="http://schemas.openxmlformats.org/officeDocument/2006/customXml" ds:itemID="{06B25442-D932-4BC3-89C2-322C820ADD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dcda1-f8c3-442f-ae64-e236c052732d"/>
    <ds:schemaRef ds:uri="715bde23-c48d-41ea-a697-dffaa8fbae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7.xml><?xml version="1.0" encoding="utf-8"?>
<ds:datastoreItem xmlns:ds="http://schemas.openxmlformats.org/officeDocument/2006/customXml" ds:itemID="{C086A146-0E09-4AA0-A3DC-33B2C18DA71A}">
  <ds:schemaRefs/>
</ds:datastoreItem>
</file>

<file path=customXml/itemProps8.xml><?xml version="1.0" encoding="utf-8"?>
<ds:datastoreItem xmlns:ds="http://schemas.openxmlformats.org/officeDocument/2006/customXml" ds:itemID="{09A4C5C1-E379-42C2-9CE4-96EAD0C517EB}">
  <ds:schemaRefs/>
</ds:datastoreItem>
</file>

<file path=customXml/itemProps9.xml><?xml version="1.0" encoding="utf-8"?>
<ds:datastoreItem xmlns:ds="http://schemas.openxmlformats.org/officeDocument/2006/customXml" ds:itemID="{2EB4C41E-0201-403E-B674-C35FC9D83F82}">
  <ds:schemaRefs/>
</ds:datastoreItem>
</file>

<file path=customXml/itemProps10.xml><?xml version="1.0" encoding="utf-8"?>
<ds:datastoreItem xmlns:ds="http://schemas.openxmlformats.org/officeDocument/2006/customXml" ds:itemID="{F5CD6E9F-EB95-4B70-B601-F184015A4F9D}">
  <ds:schemaRefs/>
</ds:datastoreItem>
</file>

<file path=customXml/itemProps11.xml><?xml version="1.0" encoding="utf-8"?>
<ds:datastoreItem xmlns:ds="http://schemas.openxmlformats.org/officeDocument/2006/customXml" ds:itemID="{B917EF7A-B11F-4137-A061-E3AFCEC45668}">
  <ds:schemaRefs/>
</ds:datastoreItem>
</file>

<file path=customXml/itemProps12.xml><?xml version="1.0" encoding="utf-8"?>
<ds:datastoreItem xmlns:ds="http://schemas.openxmlformats.org/officeDocument/2006/customXml" ds:itemID="{89E65983-BEBD-4684-8266-29F51A82FD68}">
  <ds:schemaRefs/>
</ds:datastoreItem>
</file>

<file path=customXml/itemProps13.xml><?xml version="1.0" encoding="utf-8"?>
<ds:datastoreItem xmlns:ds="http://schemas.openxmlformats.org/officeDocument/2006/customXml" ds:itemID="{747FA701-153C-414F-9076-93D6EB8F30A9}">
  <ds:schemaRefs/>
</ds:datastoreItem>
</file>

<file path=customXml/itemProps14.xml><?xml version="1.0" encoding="utf-8"?>
<ds:datastoreItem xmlns:ds="http://schemas.openxmlformats.org/officeDocument/2006/customXml" ds:itemID="{27900B32-6883-412F-8FAC-916A5B87173E}">
  <ds:schemaRefs/>
</ds:datastoreItem>
</file>

<file path=customXml/itemProps15.xml><?xml version="1.0" encoding="utf-8"?>
<ds:datastoreItem xmlns:ds="http://schemas.openxmlformats.org/officeDocument/2006/customXml" ds:itemID="{0A0F7F37-D167-4B30-B1F7-9A6095DD8E5E}">
  <ds:schemaRefs/>
</ds:datastoreItem>
</file>

<file path=docMetadata/LabelInfo.xml><?xml version="1.0" encoding="utf-8"?>
<clbl:labelList xmlns:clbl="http://schemas.microsoft.com/office/2020/mipLabelMetadata">
  <clbl:label id="{c54a7a20-be22-4e5c-97bd-277f45e221d0}" enabled="1" method="Privileged" siteId="{c0701940-7b3f-4116-a59f-159078bc3c63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wake_aerodynamics_group4</Template>
  <TotalTime>0</TotalTime>
  <Words>1047</Words>
  <Application>Microsoft Office PowerPoint</Application>
  <PresentationFormat>Aangepast</PresentationFormat>
  <Paragraphs>183</Paragraphs>
  <Slides>19</Slides>
  <Notes>2</Notes>
  <HiddenSlides>0</HiddenSlides>
  <MMClips>0</MMClips>
  <ScaleCrop>false</ScaleCrop>
  <HeadingPairs>
    <vt:vector size="8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Ingesloten OLE-bronprogramma's</vt:lpstr>
      </vt:variant>
      <vt:variant>
        <vt:i4>1</vt:i4>
      </vt:variant>
      <vt:variant>
        <vt:lpstr>Diatitels</vt:lpstr>
      </vt:variant>
      <vt:variant>
        <vt:i4>19</vt:i4>
      </vt:variant>
    </vt:vector>
  </HeadingPairs>
  <TitlesOfParts>
    <vt:vector size="24" baseType="lpstr">
      <vt:lpstr>Arial</vt:lpstr>
      <vt:lpstr>Cambria Math</vt:lpstr>
      <vt:lpstr>Verdana</vt:lpstr>
      <vt:lpstr>Blank</vt:lpstr>
      <vt:lpstr>thinkcell Slide</vt:lpstr>
      <vt:lpstr>A deconstructed comparison of DWM and LES wake aerodynamics</vt:lpstr>
      <vt:lpstr>Motivation</vt:lpstr>
      <vt:lpstr>Motivation</vt:lpstr>
      <vt:lpstr>Motivation</vt:lpstr>
      <vt:lpstr>Set-up</vt:lpstr>
      <vt:lpstr>Flow visualization</vt:lpstr>
      <vt:lpstr>Methodology: “Unsmear” workflow</vt:lpstr>
      <vt:lpstr>Methodology: Comparison against LES</vt:lpstr>
      <vt:lpstr>Expected outcomes</vt:lpstr>
      <vt:lpstr>References</vt:lpstr>
      <vt:lpstr>A deconstructed comparison of DWM and LES wake aerodynamics</vt:lpstr>
      <vt:lpstr>Gaussian approximation test</vt:lpstr>
      <vt:lpstr>Fix frame of reference: Wake deficit computation</vt:lpstr>
      <vt:lpstr>Fix frame of reference: Wake deficit computation</vt:lpstr>
      <vt:lpstr>Fix frame of reference: Wake deficit computation</vt:lpstr>
      <vt:lpstr>Fix frame of reference: Gaussian fit</vt:lpstr>
      <vt:lpstr>Meandering</vt:lpstr>
      <vt:lpstr>Meandering: Gaussian fit</vt:lpstr>
      <vt:lpstr>Moving frame of reference: Wake deficit computation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Ignacio Hector Caviglia</dc:creator>
  <cp:keywords/>
  <dc:description/>
  <cp:lastModifiedBy>joey Bink</cp:lastModifiedBy>
  <cp:revision>17</cp:revision>
  <dcterms:created xsi:type="dcterms:W3CDTF">2026-10-05T14:51:38Z</dcterms:created>
  <dcterms:modified xsi:type="dcterms:W3CDTF">2026-10-25T16:51:00Z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2021-06-02T13:27:21.6449280</vt:lpwstr>
  </property>
  <property fmtid="{D5CDD505-2E9C-101B-9397-08002B2CF9AE}" pid="3" name="ContentTypeId">
    <vt:lpwstr>0x0101009ADA1FD2B40FDA458284BB6FCA763489</vt:lpwstr>
  </property>
  <property fmtid="{D5CDD505-2E9C-101B-9397-08002B2CF9AE}" pid="4" name="ClassificationContentMarkingFooterLocations">
    <vt:lpwstr>Blank:9</vt:lpwstr>
  </property>
  <property fmtid="{D5CDD505-2E9C-101B-9397-08002B2CF9AE}" pid="5" name="ClassificationContentMarkingFooterText">
    <vt:lpwstr>Classification: Public
</vt:lpwstr>
  </property>
</Properties>
</file>