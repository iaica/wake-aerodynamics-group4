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6"/>
  </p:sldMasterIdLst>
  <p:notesMasterIdLst>
    <p:notesMasterId r:id="rId24"/>
  </p:notesMasterIdLst>
  <p:handoutMasterIdLst>
    <p:handoutMasterId r:id="rId25"/>
  </p:handoutMasterIdLst>
  <p:sldIdLst>
    <p:sldId id="500" r:id="rId17"/>
    <p:sldId id="502" r:id="rId18"/>
    <p:sldId id="506" r:id="rId19"/>
    <p:sldId id="507" r:id="rId20"/>
    <p:sldId id="508" r:id="rId21"/>
    <p:sldId id="505" r:id="rId22"/>
    <p:sldId id="504" r:id="rId23"/>
  </p:sldIdLst>
  <p:sldSz cx="12190413" cy="6858000"/>
  <p:notesSz cx="6858000" cy="9144000"/>
  <p:custDataLst>
    <p:tags r:id="rId26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9.10.2026" id="{0B5DC8F8-E1EE-42BB-8B04-6F1845B1FEAA}">
          <p14:sldIdLst>
            <p14:sldId id="500"/>
            <p14:sldId id="502"/>
            <p14:sldId id="506"/>
            <p14:sldId id="507"/>
            <p14:sldId id="508"/>
          </p14:sldIdLst>
        </p14:section>
        <p14:section name="26.10.2026" id="{6BD670E4-1915-4540-9F17-215133EDEC5F}">
          <p14:sldIdLst>
            <p14:sldId id="505"/>
            <p14:sldId id="50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20" autoAdjust="0"/>
  </p:normalViewPr>
  <p:slideViewPr>
    <p:cSldViewPr showGuides="1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slide" Target="slides/slide5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0" Type="http://schemas.openxmlformats.org/officeDocument/2006/relationships/slide" Target="slides/slide4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notesMaster" Target="notesMasters/notesMaster1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presProps" Target="presProps.xml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960C-3087-4D97-8CC6-70998846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8AD3E-0533-06BB-3203-46002FA3E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FB04C-D568-BA78-40CE-D3E8A41C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A98D4-A1D9-500A-A6DB-69B465B98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3593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EE5436C8-1F12-977F-6ACA-15B788410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04D2BAA8-A563-0D13-D225-ABE2D961C3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58AEF35A-E6D5-9E5B-1FD2-C76BEEFC1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781DC4C9-7CE1-1E20-D42A-C8AB14F119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9">
            <a:extLst>
              <a:ext uri="{FF2B5EF4-FFF2-40B4-BE49-F238E27FC236}">
                <a16:creationId xmlns:a16="http://schemas.microsoft.com/office/drawing/2014/main" id="{279C4567-9491-70D1-2F1E-9C21CE63F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cell data - do not delete" hidden="1">
            <a:extLst>
              <a:ext uri="{FF2B5EF4-FFF2-40B4-BE49-F238E27FC236}">
                <a16:creationId xmlns:a16="http://schemas.microsoft.com/office/drawing/2014/main" id="{DC7E6E99-47FE-2308-91AC-209AB3E0486C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387931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5" imgW="484" imgH="486" progId="TCLayout.ActiveDocument.1">
                  <p:embed/>
                </p:oleObj>
              </mc:Choice>
              <mc:Fallback>
                <p:oleObj name="thinkcell Slide" r:id="rId15" imgW="484" imgH="48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dirty="0"/>
              <a:t>A deconstructed comparison of DWM and LES wake aerodynamics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Wake Aerodynamics special course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73EFAB-325B-97BA-DE6F-468FFDFA2F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27688" y="6306820"/>
            <a:ext cx="963612" cy="487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 dirty="0">
                <a:solidFill>
                  <a:srgbClr val="37424A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Classification: Public
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6EF3636-3D89-3F5C-0EAA-69D15CF748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5.xml"/><Relationship Id="rId1" Type="http://schemas.openxmlformats.org/officeDocument/2006/relationships/customXml" Target="../../customXml/item4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9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0.xml"/><Relationship Id="rId1" Type="http://schemas.openxmlformats.org/officeDocument/2006/relationships/customXml" Target="../../customXml/item7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7354A68E-3E33-868F-F561-FEEDD7EE3F8F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759031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F07FF698-C02A-844F-9BE5-60293E03B8EE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 &amp; 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1C93B8F9-72F6-DBE1-DB97-C9E42233AB0C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19.10.2026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09FD4E48-665B-257B-23D0-0BD33FB9FA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EE26BE6F-934C-E734-5211-853C75C5331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15689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7D4412-DE46-120C-8C12-5AAF9CAFD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Introduction to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E4B56-C83E-C881-23F3-27CC2EC78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Methodology</a:t>
            </a:r>
          </a:p>
          <a:p>
            <a:r>
              <a:rPr lang="en-US" dirty="0"/>
              <a:t>Expected results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0F67C7-9388-E40F-77E7-E851982AB8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18D41A-B0A6-6349-8BC9-6CA272664F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8" name="Date Placeholder 9">
            <a:extLst>
              <a:ext uri="{FF2B5EF4-FFF2-40B4-BE49-F238E27FC236}">
                <a16:creationId xmlns:a16="http://schemas.microsoft.com/office/drawing/2014/main" id="{C4FBA9DD-1247-F71B-E142-CB0D7681AD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8511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47488D8A-FD9D-A3E2-0B4D-4ED61146D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85647"/>
            <a:ext cx="9312374" cy="51319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039CF2-45DE-5432-1414-79802D7E85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87466" y="6541200"/>
            <a:ext cx="3286894" cy="3168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FE0B0B-AAB4-C020-BDFB-8F6380B68A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6450" y="6541200"/>
            <a:ext cx="432600" cy="316800"/>
          </a:xfrm>
        </p:spPr>
        <p:txBody>
          <a:bodyPr anchor="ctr">
            <a:normAutofit/>
          </a:bodyPr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41B0FF26-B205-9AAD-A80E-C8C0157968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auto">
          <a:xfrm>
            <a:off x="1774825" y="2233017"/>
            <a:ext cx="9312275" cy="349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Date Placeholder 9">
            <a:extLst>
              <a:ext uri="{FF2B5EF4-FFF2-40B4-BE49-F238E27FC236}">
                <a16:creationId xmlns:a16="http://schemas.microsoft.com/office/drawing/2014/main" id="{82C78FE6-A666-B414-4483-5F9564CA3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308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6AECF-746F-7297-C12C-524ED3F3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2054DC-D8E4-F217-0C62-7D85B41FF7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CA3DC-0419-B96F-45D7-1808A93308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1FE69-652C-87DE-CEA7-27158B8255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DDD185C-54EB-0951-C773-074165231DC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BC5294D-B014-4D29-AA72-4A0BF09E1C4A}" type="datetime1">
              <a:rPr lang="en-US" smtClean="0"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05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86370-FB49-9955-657E-44133835E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3133D0-575F-87D0-6120-C35AACAAA2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55D8A-A323-FAE3-DE97-3097534852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3D0CAB-C913-5A94-5886-FB2E29391F8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050DF7-81F0-48EF-8D00-12E52D675DC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6743921-45D1-1BDE-5B11-CC46367BB2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351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9952E-88E6-C70F-4C0A-1EDF101C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8781DCCF-826B-9B70-389A-86B42F110B2A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354A68E-3E33-868F-F561-FEEDD7EE3F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76B89CA-8DF5-3417-6B5F-F1833E772335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A8208A-5DE8-0761-20B7-4CB82AB510D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0B5EA-41A8-FBF2-9EC1-F7940AB267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28C045F-6D86-D7FC-9AEC-775CDD14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94C1F8A3-0DA4-549E-A429-E68E6E56967D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 &amp; 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7730FD-A235-1E0F-DCD6-151AE52E3BC5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9540BC5D-1F7A-E4CB-BE2D-7F454CC95B76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26.10.2026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BCC8F361-2630-973B-06E4-4ACD23977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52244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35C25-E22D-0B86-5C66-32D3DD371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CA5B3-3CB6-ECC6-B33B-3BC2BB326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6108-E43F-5858-ACA8-5CC4B44DE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48FB5-216F-21F5-A79B-0CED920279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4D4F73-D083-D48A-B045-D445744C46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82D8FECE-C180-F0A0-DFDA-2356AC215D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8037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TemplafySlideFormConfiguration><![CDATA[{"formFields":[],"formDataEntries":[]}]]></TemplafySlideFormConfiguration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9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1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Props1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09A4C5C1-E379-42C2-9CE4-96EAD0C517EB}">
  <ds:schemaRefs/>
</ds:datastoreItem>
</file>

<file path=customXml/itemProps3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89E65983-BEBD-4684-8266-29F51A82FD68}">
  <ds:schemaRefs/>
</ds:datastoreItem>
</file>

<file path=customXml/itemProps5.xml><?xml version="1.0" encoding="utf-8"?>
<ds:datastoreItem xmlns:ds="http://schemas.openxmlformats.org/officeDocument/2006/customXml" ds:itemID="{256B63E5-69B6-464D-863A-E47835EE7289}">
  <ds:schemaRefs/>
</ds:datastoreItem>
</file>

<file path=customXml/itemProps6.xml><?xml version="1.0" encoding="utf-8"?>
<ds:datastoreItem xmlns:ds="http://schemas.openxmlformats.org/officeDocument/2006/customXml" ds:itemID="{9264A7C6-73F2-4A78-AE58-B921BC9D921C}">
  <ds:schemaRefs/>
</ds:datastoreItem>
</file>

<file path=customXml/itemProps7.xml><?xml version="1.0" encoding="utf-8"?>
<ds:datastoreItem xmlns:ds="http://schemas.openxmlformats.org/officeDocument/2006/customXml" ds:itemID="{27900B32-6883-412F-8FAC-916A5B87173E}">
  <ds:schemaRefs/>
</ds:datastoreItem>
</file>

<file path=customXml/itemProps8.xml><?xml version="1.0" encoding="utf-8"?>
<ds:datastoreItem xmlns:ds="http://schemas.openxmlformats.org/officeDocument/2006/customXml" ds:itemID="{2EB4C41E-0201-403E-B674-C35FC9D83F82}">
  <ds:schemaRefs/>
</ds:datastoreItem>
</file>

<file path=customXml/itemProps9.xml><?xml version="1.0" encoding="utf-8"?>
<ds:datastoreItem xmlns:ds="http://schemas.openxmlformats.org/officeDocument/2006/customXml" ds:itemID="{1334258C-C3E7-4029-A615-C886A240FB15}">
  <ds:schemaRefs/>
</ds:datastoreItem>
</file>

<file path=customXml/itemProps10.xml><?xml version="1.0" encoding="utf-8"?>
<ds:datastoreItem xmlns:ds="http://schemas.openxmlformats.org/officeDocument/2006/customXml" ds:itemID="{0A0F7F37-D167-4B30-B1F7-9A6095DD8E5E}">
  <ds:schemaRefs/>
</ds:datastoreItem>
</file>

<file path=customXml/itemProps11.xml><?xml version="1.0" encoding="utf-8"?>
<ds:datastoreItem xmlns:ds="http://schemas.openxmlformats.org/officeDocument/2006/customXml" ds:itemID="{F5CD6E9F-EB95-4B70-B601-F184015A4F9D}">
  <ds:schemaRefs/>
</ds:datastoreItem>
</file>

<file path=customXml/itemProps12.xml><?xml version="1.0" encoding="utf-8"?>
<ds:datastoreItem xmlns:ds="http://schemas.openxmlformats.org/officeDocument/2006/customXml" ds:itemID="{C086A146-0E09-4AA0-A3DC-33B2C18DA71A}">
  <ds:schemaRefs/>
</ds:datastoreItem>
</file>

<file path=customXml/itemProps13.xml><?xml version="1.0" encoding="utf-8"?>
<ds:datastoreItem xmlns:ds="http://schemas.openxmlformats.org/officeDocument/2006/customXml" ds:itemID="{B917EF7A-B11F-4137-A061-E3AFCEC45668}">
  <ds:schemaRefs/>
</ds:datastoreItem>
</file>

<file path=customXml/itemProps14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customXml/itemProps15.xml><?xml version="1.0" encoding="utf-8"?>
<ds:datastoreItem xmlns:ds="http://schemas.openxmlformats.org/officeDocument/2006/customXml" ds:itemID="{747FA701-153C-414F-9076-93D6EB8F30A9}">
  <ds:schemaRefs/>
</ds:datastoreItem>
</file>

<file path=docMetadata/LabelInfo.xml><?xml version="1.0" encoding="utf-8"?>
<clbl:labelList xmlns:clbl="http://schemas.microsoft.com/office/2020/mipLabelMetadata">
  <clbl:label id="{c54a7a20-be22-4e5c-97bd-277f45e221d0}" enabled="1" method="Privileged" siteId="{c0701940-7b3f-4116-a59f-159078bc3c63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wake_aerodynamics_group4</Template>
  <TotalTime>0</TotalTime>
  <Words>123</Words>
  <Application>Microsoft Office PowerPoint</Application>
  <PresentationFormat>Custom</PresentationFormat>
  <Paragraphs>35</Paragraphs>
  <Slides>7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Verdana</vt:lpstr>
      <vt:lpstr>Blank</vt:lpstr>
      <vt:lpstr>thinkcell Slide</vt:lpstr>
      <vt:lpstr>A deconstructed comparison of DWM and LES wake aerodynamics</vt:lpstr>
      <vt:lpstr>Introduction to the project</vt:lpstr>
      <vt:lpstr>PowerPoint Presentation</vt:lpstr>
      <vt:lpstr>PowerPoint Presentation</vt:lpstr>
      <vt:lpstr>PowerPoint Presentation</vt:lpstr>
      <vt:lpstr>A deconstructed comparison of DWM and LES wake aerodynamics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Ignacio Hector Caviglia</dc:creator>
  <cp:keywords/>
  <dc:description/>
  <cp:lastModifiedBy>Ignacio Hector Caviglia</cp:lastModifiedBy>
  <cp:revision>10</cp:revision>
  <dcterms:created xsi:type="dcterms:W3CDTF">2026-10-05T14:51:38Z</dcterms:created>
  <dcterms:modified xsi:type="dcterms:W3CDTF">2026-10-06T12:52:08Z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  <property fmtid="{D5CDD505-2E9C-101B-9397-08002B2CF9AE}" pid="4" name="ClassificationContentMarkingFooterLocations">
    <vt:lpwstr>Blank:9</vt:lpwstr>
  </property>
  <property fmtid="{D5CDD505-2E9C-101B-9397-08002B2CF9AE}" pid="5" name="ClassificationContentMarkingFooterText">
    <vt:lpwstr>Classification: Public
</vt:lpwstr>
  </property>
</Properties>
</file>