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28"/>
  </p:notesMasterIdLst>
  <p:handoutMasterIdLst>
    <p:handoutMasterId r:id="rId29"/>
  </p:handoutMasterIdLst>
  <p:sldIdLst>
    <p:sldId id="500" r:id="rId17"/>
    <p:sldId id="511" r:id="rId18"/>
    <p:sldId id="512" r:id="rId19"/>
    <p:sldId id="513" r:id="rId20"/>
    <p:sldId id="506" r:id="rId21"/>
    <p:sldId id="510" r:id="rId22"/>
    <p:sldId id="508" r:id="rId23"/>
    <p:sldId id="507" r:id="rId24"/>
    <p:sldId id="514" r:id="rId25"/>
    <p:sldId id="505" r:id="rId26"/>
    <p:sldId id="504" r:id="rId27"/>
  </p:sldIdLst>
  <p:sldSz cx="12190413" cy="6858000"/>
  <p:notesSz cx="6858000" cy="9144000"/>
  <p:custDataLst>
    <p:tags r:id="rId30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11"/>
            <p14:sldId id="512"/>
            <p14:sldId id="513"/>
            <p14:sldId id="506"/>
            <p14:sldId id="510"/>
            <p14:sldId id="508"/>
            <p14:sldId id="507"/>
            <p14:sldId id="514"/>
          </p14:sldIdLst>
        </p14:section>
        <p14:section name="26.10.2026" id="{6BD670E4-1915-4540-9F17-215133EDEC5F}">
          <p14:sldIdLst>
            <p14:sldId id="505"/>
            <p14:sldId id="50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F48EB8-E695-4524-8021-9A904A137557}" v="280" dt="2026-10-18T17:46:13.438"/>
  </p1510:revLst>
</p1510:revInfo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20" autoAdjust="0"/>
  </p:normalViewPr>
  <p:slideViewPr>
    <p:cSldViewPr showGuides="1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slide" Target="slides/slide10.xml"/><Relationship Id="rId21" Type="http://schemas.openxmlformats.org/officeDocument/2006/relationships/slide" Target="slides/slide5.xml"/><Relationship Id="rId34" Type="http://schemas.openxmlformats.org/officeDocument/2006/relationships/theme" Target="theme/theme1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0" Type="http://schemas.openxmlformats.org/officeDocument/2006/relationships/slide" Target="slides/slide4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notesMaster" Target="notesMasters/notesMaster1.xml"/><Relationship Id="rId36" Type="http://schemas.microsoft.com/office/2016/11/relationships/changesInfo" Target="changesInfos/changesInfo1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commentAuthors" Target="commentAuthor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30" Type="http://schemas.openxmlformats.org/officeDocument/2006/relationships/tags" Target="tags/tag1.xml"/><Relationship Id="rId35" Type="http://schemas.openxmlformats.org/officeDocument/2006/relationships/tableStyles" Target="tableStyle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Hector Caviglia" userId="3fee0988-6c20-4138-8d44-544a5098d377" providerId="ADAL" clId="{E38CA375-B9F8-479D-9119-80579E771090}"/>
    <pc:docChg chg="undo redo custSel addSld delSld modSld sldOrd modSection">
      <pc:chgData name="Ignacio Hector Caviglia" userId="3fee0988-6c20-4138-8d44-544a5098d377" providerId="ADAL" clId="{E38CA375-B9F8-479D-9119-80579E771090}" dt="2026-10-18T18:01:15.091" v="1958" actId="20577"/>
      <pc:docMkLst>
        <pc:docMk/>
      </pc:docMkLst>
      <pc:sldChg chg="modSp mod">
        <pc:chgData name="Ignacio Hector Caviglia" userId="3fee0988-6c20-4138-8d44-544a5098d377" providerId="ADAL" clId="{E38CA375-B9F8-479D-9119-80579E771090}" dt="2026-10-18T16:17:04.462" v="343" actId="20577"/>
        <pc:sldMkLst>
          <pc:docMk/>
          <pc:sldMk cId="982542195" sldId="500"/>
        </pc:sldMkLst>
        <pc:spChg chg="mod">
          <ac:chgData name="Ignacio Hector Caviglia" userId="3fee0988-6c20-4138-8d44-544a5098d377" providerId="ADAL" clId="{E38CA375-B9F8-479D-9119-80579E771090}" dt="2026-10-18T16:17:04.462" v="343" actId="20577"/>
          <ac:spMkLst>
            <pc:docMk/>
            <pc:sldMk cId="982542195" sldId="500"/>
            <ac:spMk id="12" creationId="{F07FF698-C02A-844F-9BE5-60293E03B8EE}"/>
          </ac:spMkLst>
        </pc:spChg>
      </pc:sldChg>
      <pc:sldChg chg="del">
        <pc:chgData name="Ignacio Hector Caviglia" userId="3fee0988-6c20-4138-8d44-544a5098d377" providerId="ADAL" clId="{E38CA375-B9F8-479D-9119-80579E771090}" dt="2026-10-18T16:15:42.358" v="307" actId="47"/>
        <pc:sldMkLst>
          <pc:docMk/>
          <pc:sldMk cId="998511125" sldId="502"/>
        </pc:sldMkLst>
      </pc:sldChg>
      <pc:sldChg chg="addSp modSp mod">
        <pc:chgData name="Ignacio Hector Caviglia" userId="3fee0988-6c20-4138-8d44-544a5098d377" providerId="ADAL" clId="{E38CA375-B9F8-479D-9119-80579E771090}" dt="2026-10-18T17:40:09.081" v="1455" actId="20577"/>
        <pc:sldMkLst>
          <pc:docMk/>
          <pc:sldMk cId="1347308029" sldId="506"/>
        </pc:sldMkLst>
        <pc:spChg chg="add mod">
          <ac:chgData name="Ignacio Hector Caviglia" userId="3fee0988-6c20-4138-8d44-544a5098d377" providerId="ADAL" clId="{E38CA375-B9F8-479D-9119-80579E771090}" dt="2026-10-18T17:40:09.081" v="1455" actId="20577"/>
          <ac:spMkLst>
            <pc:docMk/>
            <pc:sldMk cId="1347308029" sldId="506"/>
            <ac:spMk id="3" creationId="{E359039D-58FB-90CE-8ED3-A9440DBEA3EB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2"/>
          <ac:spMkLst>
            <pc:docMk/>
            <pc:sldMk cId="1347308029" sldId="506"/>
            <ac:spMk id="4" creationId="{AC039CF2-45DE-5432-1414-79802D7E850C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4"/>
          <ac:spMkLst>
            <pc:docMk/>
            <pc:sldMk cId="1347308029" sldId="506"/>
            <ac:spMk id="5" creationId="{6EFE0B0B-AAB4-C020-BDFB-8F6380B68AE9}"/>
          </ac:spMkLst>
        </pc:spChg>
        <pc:spChg chg="mod">
          <ac:chgData name="Ignacio Hector Caviglia" userId="3fee0988-6c20-4138-8d44-544a5098d377" providerId="ADAL" clId="{E38CA375-B9F8-479D-9119-80579E771090}" dt="2026-10-18T17:32:21.376" v="1180"/>
          <ac:spMkLst>
            <pc:docMk/>
            <pc:sldMk cId="1347308029" sldId="506"/>
            <ac:spMk id="16" creationId="{47488D8A-FD9D-A3E2-0B4D-4ED61146D259}"/>
          </ac:spMkLst>
        </pc:spChg>
        <pc:spChg chg="mod ord">
          <ac:chgData name="Ignacio Hector Caviglia" userId="3fee0988-6c20-4138-8d44-544a5098d377" providerId="ADAL" clId="{E38CA375-B9F8-479D-9119-80579E771090}" dt="2026-10-18T17:32:21.382" v="1187"/>
          <ac:spMkLst>
            <pc:docMk/>
            <pc:sldMk cId="1347308029" sldId="506"/>
            <ac:spMk id="23" creationId="{82C78FE6-A666-B414-4483-5F9564CA3C0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7:32:21.382" v="1189"/>
          <ac:graphicFrameMkLst>
            <pc:docMk/>
            <pc:sldMk cId="1347308029" sldId="506"/>
            <ac:graphicFrameMk id="2" creationId="{653747DB-500C-F72B-C6D9-04CDF4DED381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39:34.196" v="1454" actId="1036"/>
          <ac:picMkLst>
            <pc:docMk/>
            <pc:sldMk cId="1347308029" sldId="506"/>
            <ac:picMk id="22" creationId="{41B0FF26-B205-9AAD-A80E-C8C015796896}"/>
          </ac:picMkLst>
        </pc:picChg>
      </pc:sldChg>
      <pc:sldChg chg="addSp modSp mod">
        <pc:chgData name="Ignacio Hector Caviglia" userId="3fee0988-6c20-4138-8d44-544a5098d377" providerId="ADAL" clId="{E38CA375-B9F8-479D-9119-80579E771090}" dt="2026-10-18T17:42:05.384" v="1496"/>
        <pc:sldMkLst>
          <pc:docMk/>
          <pc:sldMk cId="72060593" sldId="507"/>
        </pc:sldMkLst>
        <pc:spChg chg="mod">
          <ac:chgData name="Ignacio Hector Caviglia" userId="3fee0988-6c20-4138-8d44-544a5098d377" providerId="ADAL" clId="{E38CA375-B9F8-479D-9119-80579E771090}" dt="2026-10-18T17:42:05.384" v="1496"/>
          <ac:spMkLst>
            <pc:docMk/>
            <pc:sldMk cId="72060593" sldId="507"/>
            <ac:spMk id="2" creationId="{0406AECF-746F-7297-C12C-524ED3F3B13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30.587" v="254"/>
          <ac:graphicFrameMkLst>
            <pc:docMk/>
            <pc:sldMk cId="72060593" sldId="507"/>
            <ac:graphicFrameMk id="3" creationId="{1553FD90-D78D-4B37-E40D-F1DE3402582E}"/>
          </ac:graphicFrameMkLst>
        </pc:graphicFrameChg>
      </pc:sldChg>
      <pc:sldChg chg="addSp modSp mod ord">
        <pc:chgData name="Ignacio Hector Caviglia" userId="3fee0988-6c20-4138-8d44-544a5098d377" providerId="ADAL" clId="{E38CA375-B9F8-479D-9119-80579E771090}" dt="2026-10-18T17:42:42.664" v="1498" actId="1076"/>
        <pc:sldMkLst>
          <pc:docMk/>
          <pc:sldMk cId="2945351217" sldId="508"/>
        </pc:sldMkLst>
        <pc:spChg chg="mod">
          <ac:chgData name="Ignacio Hector Caviglia" userId="3fee0988-6c20-4138-8d44-544a5098d377" providerId="ADAL" clId="{E38CA375-B9F8-479D-9119-80579E771090}" dt="2026-10-18T17:41:55.787" v="1474"/>
          <ac:spMkLst>
            <pc:docMk/>
            <pc:sldMk cId="2945351217" sldId="508"/>
            <ac:spMk id="2" creationId="{B3C86370-FB49-9955-657E-44133835ED8C}"/>
          </ac:spMkLst>
        </pc:spChg>
        <pc:spChg chg="mod ord">
          <ac:chgData name="Ignacio Hector Caviglia" userId="3fee0988-6c20-4138-8d44-544a5098d377" providerId="ADAL" clId="{E38CA375-B9F8-479D-9119-80579E771090}" dt="2026-10-18T16:14:53.176" v="288"/>
          <ac:spMkLst>
            <pc:docMk/>
            <pc:sldMk cId="2945351217" sldId="508"/>
            <ac:spMk id="4" creationId="{D33133D0-575F-87D0-6120-C35AACAAA23A}"/>
          </ac:spMkLst>
        </pc:spChg>
        <pc:spChg chg="mod ord">
          <ac:chgData name="Ignacio Hector Caviglia" userId="3fee0988-6c20-4138-8d44-544a5098d377" providerId="ADAL" clId="{E38CA375-B9F8-479D-9119-80579E771090}" dt="2026-10-18T16:14:53.176" v="290"/>
          <ac:spMkLst>
            <pc:docMk/>
            <pc:sldMk cId="2945351217" sldId="508"/>
            <ac:spMk id="5" creationId="{19A55D8A-A323-FAE3-DE97-309753485243}"/>
          </ac:spMkLst>
        </pc:spChg>
        <pc:spChg chg="mod ord">
          <ac:chgData name="Ignacio Hector Caviglia" userId="3fee0988-6c20-4138-8d44-544a5098d377" providerId="ADAL" clId="{E38CA375-B9F8-479D-9119-80579E771090}" dt="2026-10-18T16:14:53.176" v="292"/>
          <ac:spMkLst>
            <pc:docMk/>
            <pc:sldMk cId="2945351217" sldId="508"/>
            <ac:spMk id="6" creationId="{603D0CAB-C913-5A94-5886-FB2E29391F8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53.190" v="296"/>
          <ac:graphicFrameMkLst>
            <pc:docMk/>
            <pc:sldMk cId="2945351217" sldId="508"/>
            <ac:graphicFrameMk id="3" creationId="{6602404A-5445-2E73-65E2-07904BD893CC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42:42.664" v="1498" actId="1076"/>
          <ac:picMkLst>
            <pc:docMk/>
            <pc:sldMk cId="2945351217" sldId="508"/>
            <ac:picMk id="7" creationId="{8CDD283D-C942-594E-9CE2-628C0D0CA760}"/>
          </ac:picMkLst>
        </pc:picChg>
      </pc:sldChg>
      <pc:sldChg chg="del">
        <pc:chgData name="Ignacio Hector Caviglia" userId="3fee0988-6c20-4138-8d44-544a5098d377" providerId="ADAL" clId="{E38CA375-B9F8-479D-9119-80579E771090}" dt="2026-10-18T15:59:11.861" v="208" actId="47"/>
        <pc:sldMkLst>
          <pc:docMk/>
          <pc:sldMk cId="3375354280" sldId="509"/>
        </pc:sldMkLst>
      </pc:sldChg>
      <pc:sldChg chg="addSp delSp modSp new mod">
        <pc:chgData name="Ignacio Hector Caviglia" userId="3fee0988-6c20-4138-8d44-544a5098d377" providerId="ADAL" clId="{E38CA375-B9F8-479D-9119-80579E771090}" dt="2026-10-18T17:18:18.400" v="979"/>
        <pc:sldMkLst>
          <pc:docMk/>
          <pc:sldMk cId="2297778596" sldId="510"/>
        </pc:sldMkLst>
        <pc:spChg chg="mod">
          <ac:chgData name="Ignacio Hector Caviglia" userId="3fee0988-6c20-4138-8d44-544a5098d377" providerId="ADAL" clId="{E38CA375-B9F8-479D-9119-80579E771090}" dt="2026-10-18T17:18:18.400" v="979"/>
          <ac:spMkLst>
            <pc:docMk/>
            <pc:sldMk cId="2297778596" sldId="510"/>
            <ac:spMk id="2" creationId="{3F612DB9-1130-E7CC-D701-F046DB80E46E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7:12.502" v="153"/>
          <ac:graphicFrameMkLst>
            <pc:docMk/>
            <pc:sldMk cId="2297778596" sldId="510"/>
            <ac:graphicFrameMk id="3" creationId="{7DF50539-128F-0CB4-5E53-944B2775D1BC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07T13:01:02.403" v="2"/>
          <ac:picMkLst>
            <pc:docMk/>
            <pc:sldMk cId="2297778596" sldId="510"/>
            <ac:picMk id="8" creationId="{073620BD-50F9-AD62-F4BF-01DE69CD413E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6:12:20.528" v="231" actId="1076"/>
        <pc:sldMkLst>
          <pc:docMk/>
          <pc:sldMk cId="4060568216" sldId="511"/>
        </pc:sldMkLst>
        <pc:spChg chg="mod">
          <ac:chgData name="Ignacio Hector Caviglia" userId="3fee0988-6c20-4138-8d44-544a5098d377" providerId="ADAL" clId="{E38CA375-B9F8-479D-9119-80579E771090}" dt="2026-10-18T15:24:07.356" v="54"/>
          <ac:spMkLst>
            <pc:docMk/>
            <pc:sldMk cId="4060568216" sldId="511"/>
            <ac:spMk id="2" creationId="{150319D6-C188-9408-5641-BEDFBB989DEE}"/>
          </ac:spMkLst>
        </pc:spChg>
        <pc:spChg chg="mod">
          <ac:chgData name="Ignacio Hector Caviglia" userId="3fee0988-6c20-4138-8d44-544a5098d377" providerId="ADAL" clId="{E38CA375-B9F8-479D-9119-80579E771090}" dt="2026-10-18T16:11:26.817" v="224" actId="14100"/>
          <ac:spMkLst>
            <pc:docMk/>
            <pc:sldMk cId="4060568216" sldId="511"/>
            <ac:spMk id="3" creationId="{63D4CAD9-674C-AB63-DAE6-2DACC5C298CB}"/>
          </ac:spMkLst>
        </pc:spChg>
        <pc:spChg chg="add del mod">
          <ac:chgData name="Ignacio Hector Caviglia" userId="3fee0988-6c20-4138-8d44-544a5098d377" providerId="ADAL" clId="{E38CA375-B9F8-479D-9119-80579E771090}" dt="2026-10-18T15:43:24.548" v="94" actId="478"/>
          <ac:spMkLst>
            <pc:docMk/>
            <pc:sldMk cId="4060568216" sldId="511"/>
            <ac:spMk id="13" creationId="{9E2911CF-236B-DD5F-54C0-8DDBC8D96FCB}"/>
          </ac:spMkLst>
        </pc:spChg>
        <pc:spChg chg="add del mod">
          <ac:chgData name="Ignacio Hector Caviglia" userId="3fee0988-6c20-4138-8d44-544a5098d377" providerId="ADAL" clId="{E38CA375-B9F8-479D-9119-80579E771090}" dt="2026-10-18T15:43:22.157" v="93" actId="478"/>
          <ac:spMkLst>
            <pc:docMk/>
            <pc:sldMk cId="4060568216" sldId="511"/>
            <ac:spMk id="15" creationId="{0A57EF5A-CEE5-4D14-DC66-648F71C46C60}"/>
          </ac:spMkLst>
        </pc:spChg>
        <pc:spChg chg="add del mod">
          <ac:chgData name="Ignacio Hector Caviglia" userId="3fee0988-6c20-4138-8d44-544a5098d377" providerId="ADAL" clId="{E38CA375-B9F8-479D-9119-80579E771090}" dt="2026-10-18T15:31:28.808" v="77" actId="478"/>
          <ac:spMkLst>
            <pc:docMk/>
            <pc:sldMk cId="4060568216" sldId="511"/>
            <ac:spMk id="17" creationId="{80090828-1F59-DB54-E244-27D65CE9CDAA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24:02.502" v="29"/>
          <ac:graphicFrameMkLst>
            <pc:docMk/>
            <pc:sldMk cId="4060568216" sldId="511"/>
            <ac:graphicFrameMk id="7" creationId="{06B9FCE2-F651-8C7C-624E-1753F7AAD674}"/>
          </ac:graphicFrameMkLst>
        </pc:graphicFrameChg>
        <pc:graphicFrameChg chg="add mod modGraphic">
          <ac:chgData name="Ignacio Hector Caviglia" userId="3fee0988-6c20-4138-8d44-544a5098d377" providerId="ADAL" clId="{E38CA375-B9F8-479D-9119-80579E771090}" dt="2026-10-18T15:44:34.476" v="105" actId="207"/>
          <ac:graphicFrameMkLst>
            <pc:docMk/>
            <pc:sldMk cId="4060568216" sldId="511"/>
            <ac:graphicFrameMk id="19" creationId="{547ABE4C-9CC1-73AE-53C8-A9545D630729}"/>
          </ac:graphicFrameMkLst>
        </pc:graphicFrameChg>
        <pc:picChg chg="add del mod">
          <ac:chgData name="Ignacio Hector Caviglia" userId="3fee0988-6c20-4138-8d44-544a5098d377" providerId="ADAL" clId="{E38CA375-B9F8-479D-9119-80579E771090}" dt="2026-10-18T15:31:34.256" v="79" actId="478"/>
          <ac:picMkLst>
            <pc:docMk/>
            <pc:sldMk cId="4060568216" sldId="511"/>
            <ac:picMk id="9" creationId="{CF717C15-A2BA-8076-9018-BCE8597B0B03}"/>
          </ac:picMkLst>
        </pc:picChg>
        <pc:picChg chg="add del mod">
          <ac:chgData name="Ignacio Hector Caviglia" userId="3fee0988-6c20-4138-8d44-544a5098d377" providerId="ADAL" clId="{E38CA375-B9F8-479D-9119-80579E771090}" dt="2026-10-18T15:31:30.838" v="78" actId="478"/>
          <ac:picMkLst>
            <pc:docMk/>
            <pc:sldMk cId="4060568216" sldId="511"/>
            <ac:picMk id="11" creationId="{12392672-71BB-FBE0-7D03-C6F35B308FA5}"/>
          </ac:picMkLst>
        </pc:picChg>
        <pc:picChg chg="add mod">
          <ac:chgData name="Ignacio Hector Caviglia" userId="3fee0988-6c20-4138-8d44-544a5098d377" providerId="ADAL" clId="{E38CA375-B9F8-479D-9119-80579E771090}" dt="2026-10-18T16:12:20.528" v="231" actId="1076"/>
          <ac:picMkLst>
            <pc:docMk/>
            <pc:sldMk cId="4060568216" sldId="511"/>
            <ac:picMk id="21" creationId="{BB915CE0-19D3-0C68-3859-08FD46199C7B}"/>
          </ac:picMkLst>
        </pc:picChg>
      </pc:sldChg>
      <pc:sldChg chg="addSp delSp modSp new mod modAnim">
        <pc:chgData name="Ignacio Hector Caviglia" userId="3fee0988-6c20-4138-8d44-544a5098d377" providerId="ADAL" clId="{E38CA375-B9F8-479D-9119-80579E771090}" dt="2026-10-18T16:12:44.108" v="232"/>
        <pc:sldMkLst>
          <pc:docMk/>
          <pc:sldMk cId="2168795808" sldId="512"/>
        </pc:sldMkLst>
        <pc:spChg chg="mod">
          <ac:chgData name="Ignacio Hector Caviglia" userId="3fee0988-6c20-4138-8d44-544a5098d377" providerId="ADAL" clId="{E38CA375-B9F8-479D-9119-80579E771090}" dt="2026-10-18T15:59:08.969" v="207"/>
          <ac:spMkLst>
            <pc:docMk/>
            <pc:sldMk cId="2168795808" sldId="512"/>
            <ac:spMk id="2" creationId="{4E6AA1EE-EFFC-8F39-F3F9-7790DCA04003}"/>
          </ac:spMkLst>
        </pc:spChg>
        <pc:spChg chg="del">
          <ac:chgData name="Ignacio Hector Caviglia" userId="3fee0988-6c20-4138-8d44-544a5098d377" providerId="ADAL" clId="{E38CA375-B9F8-479D-9119-80579E771090}" dt="2026-10-18T15:58:42.666" v="177" actId="478"/>
          <ac:spMkLst>
            <pc:docMk/>
            <pc:sldMk cId="2168795808" sldId="512"/>
            <ac:spMk id="3" creationId="{DD0626E7-F612-5259-DE20-5EED29C98ECF}"/>
          </ac:spMkLst>
        </pc:spChg>
        <pc:spChg chg="add mod">
          <ac:chgData name="Ignacio Hector Caviglia" userId="3fee0988-6c20-4138-8d44-544a5098d377" providerId="ADAL" clId="{E38CA375-B9F8-479D-9119-80579E771090}" dt="2026-10-18T16:00:13.696" v="220" actId="20577"/>
          <ac:spMkLst>
            <pc:docMk/>
            <pc:sldMk cId="2168795808" sldId="512"/>
            <ac:spMk id="14" creationId="{C29F069A-9835-1645-70ED-E6A04A837AC1}"/>
          </ac:spMkLst>
        </pc:spChg>
        <pc:spChg chg="add mod">
          <ac:chgData name="Ignacio Hector Caviglia" userId="3fee0988-6c20-4138-8d44-544a5098d377" providerId="ADAL" clId="{E38CA375-B9F8-479D-9119-80579E771090}" dt="2026-10-18T16:00:03.360" v="216" actId="20577"/>
          <ac:spMkLst>
            <pc:docMk/>
            <pc:sldMk cId="2168795808" sldId="512"/>
            <ac:spMk id="16" creationId="{F1134A61-2539-AE9E-5B4C-53EE23B9C28B}"/>
          </ac:spMkLst>
        </pc:spChg>
        <pc:spChg chg="add mod">
          <ac:chgData name="Ignacio Hector Caviglia" userId="3fee0988-6c20-4138-8d44-544a5098d377" providerId="ADAL" clId="{E38CA375-B9F8-479D-9119-80579E771090}" dt="2026-10-18T16:00:21.867" v="223" actId="20577"/>
          <ac:spMkLst>
            <pc:docMk/>
            <pc:sldMk cId="2168795808" sldId="512"/>
            <ac:spMk id="18" creationId="{AF8E8E44-8D01-1438-5B68-29FDEFA8243F}"/>
          </ac:spMkLst>
        </pc:spChg>
        <pc:spChg chg="add mod">
          <ac:chgData name="Ignacio Hector Caviglia" userId="3fee0988-6c20-4138-8d44-544a5098d377" providerId="ADAL" clId="{E38CA375-B9F8-479D-9119-80579E771090}" dt="2026-10-18T15:59:50.497" v="214" actId="14100"/>
          <ac:spMkLst>
            <pc:docMk/>
            <pc:sldMk cId="2168795808" sldId="512"/>
            <ac:spMk id="20" creationId="{BF093C9D-A71F-D78F-8072-771C702B1A7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9:07.389" v="198"/>
          <ac:graphicFrameMkLst>
            <pc:docMk/>
            <pc:sldMk cId="2168795808" sldId="512"/>
            <ac:graphicFrameMk id="19" creationId="{B37C0049-C0D8-AF08-A5E5-F1CBFAAE6F91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5:58:35.886" v="176" actId="1037"/>
          <ac:picMkLst>
            <pc:docMk/>
            <pc:sldMk cId="2168795808" sldId="512"/>
            <ac:picMk id="8" creationId="{82C8DF95-B1AE-A1AF-6DB0-AB2FCD114C52}"/>
          </ac:picMkLst>
        </pc:picChg>
        <pc:picChg chg="add mod">
          <ac:chgData name="Ignacio Hector Caviglia" userId="3fee0988-6c20-4138-8d44-544a5098d377" providerId="ADAL" clId="{E38CA375-B9F8-479D-9119-80579E771090}" dt="2026-10-18T15:58:35.886" v="176" actId="1037"/>
          <ac:picMkLst>
            <pc:docMk/>
            <pc:sldMk cId="2168795808" sldId="512"/>
            <ac:picMk id="10" creationId="{6B784730-F3F9-1EEA-8C2C-A86D4618BA2D}"/>
          </ac:picMkLst>
        </pc:picChg>
        <pc:picChg chg="add mod">
          <ac:chgData name="Ignacio Hector Caviglia" userId="3fee0988-6c20-4138-8d44-544a5098d377" providerId="ADAL" clId="{E38CA375-B9F8-479D-9119-80579E771090}" dt="2026-10-18T15:58:35.886" v="176" actId="1037"/>
          <ac:picMkLst>
            <pc:docMk/>
            <pc:sldMk cId="2168795808" sldId="512"/>
            <ac:picMk id="12" creationId="{A7C393EA-7D89-7072-BB67-2C8A5120349F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7:12:48.024" v="825"/>
        <pc:sldMkLst>
          <pc:docMk/>
          <pc:sldMk cId="3341583003" sldId="513"/>
        </pc:sldMkLst>
        <pc:spChg chg="mod">
          <ac:chgData name="Ignacio Hector Caviglia" userId="3fee0988-6c20-4138-8d44-544a5098d377" providerId="ADAL" clId="{E38CA375-B9F8-479D-9119-80579E771090}" dt="2026-10-18T17:12:48.024" v="825"/>
          <ac:spMkLst>
            <pc:docMk/>
            <pc:sldMk cId="3341583003" sldId="513"/>
            <ac:spMk id="2" creationId="{ECD16A42-3C94-D6AA-DA74-2EC1CC1EA2FC}"/>
          </ac:spMkLst>
        </pc:spChg>
        <pc:spChg chg="mod">
          <ac:chgData name="Ignacio Hector Caviglia" userId="3fee0988-6c20-4138-8d44-544a5098d377" providerId="ADAL" clId="{E38CA375-B9F8-479D-9119-80579E771090}" dt="2026-10-18T17:09:32.807" v="751" actId="20577"/>
          <ac:spMkLst>
            <pc:docMk/>
            <pc:sldMk cId="3341583003" sldId="513"/>
            <ac:spMk id="3" creationId="{F564FFBC-1746-623E-4225-D031BAA4823A}"/>
          </ac:spMkLst>
        </pc:spChg>
        <pc:spChg chg="add del mod">
          <ac:chgData name="Ignacio Hector Caviglia" userId="3fee0988-6c20-4138-8d44-544a5098d377" providerId="ADAL" clId="{E38CA375-B9F8-479D-9119-80579E771090}" dt="2026-10-18T16:58:38.381" v="497" actId="478"/>
          <ac:spMkLst>
            <pc:docMk/>
            <pc:sldMk cId="3341583003" sldId="513"/>
            <ac:spMk id="12" creationId="{A668A161-9470-077A-7998-A16328B935A8}"/>
          </ac:spMkLst>
        </pc:spChg>
        <pc:spChg chg="add del mod">
          <ac:chgData name="Ignacio Hector Caviglia" userId="3fee0988-6c20-4138-8d44-544a5098d377" providerId="ADAL" clId="{E38CA375-B9F8-479D-9119-80579E771090}" dt="2026-10-18T16:58:35.281" v="496" actId="478"/>
          <ac:spMkLst>
            <pc:docMk/>
            <pc:sldMk cId="3341583003" sldId="513"/>
            <ac:spMk id="13" creationId="{E7684EEE-711D-7C25-FE53-71543D3110FD}"/>
          </ac:spMkLst>
        </pc:spChg>
        <pc:spChg chg="add mod">
          <ac:chgData name="Ignacio Hector Caviglia" userId="3fee0988-6c20-4138-8d44-544a5098d377" providerId="ADAL" clId="{E38CA375-B9F8-479D-9119-80579E771090}" dt="2026-10-18T17:12:22.253" v="809" actId="1076"/>
          <ac:spMkLst>
            <pc:docMk/>
            <pc:sldMk cId="3341583003" sldId="513"/>
            <ac:spMk id="14" creationId="{6401C504-F43D-136F-400D-030562089AB4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25:42.181" v="383"/>
          <ac:graphicFrameMkLst>
            <pc:docMk/>
            <pc:sldMk cId="3341583003" sldId="513"/>
            <ac:graphicFrameMk id="7" creationId="{FA0769AC-D3E3-CCCB-07FB-72EECD4CDA5A}"/>
          </ac:graphicFrameMkLst>
        </pc:graphicFrameChg>
        <pc:picChg chg="add del mod">
          <ac:chgData name="Ignacio Hector Caviglia" userId="3fee0988-6c20-4138-8d44-544a5098d377" providerId="ADAL" clId="{E38CA375-B9F8-479D-9119-80579E771090}" dt="2026-10-18T16:32:57.057" v="396" actId="478"/>
          <ac:picMkLst>
            <pc:docMk/>
            <pc:sldMk cId="3341583003" sldId="513"/>
            <ac:picMk id="9" creationId="{E59797C9-91DF-9A68-8663-5D25AF7B6B11}"/>
          </ac:picMkLst>
        </pc:picChg>
        <pc:picChg chg="add mod">
          <ac:chgData name="Ignacio Hector Caviglia" userId="3fee0988-6c20-4138-8d44-544a5098d377" providerId="ADAL" clId="{E38CA375-B9F8-479D-9119-80579E771090}" dt="2026-10-18T17:12:15.836" v="808" actId="1440"/>
          <ac:picMkLst>
            <pc:docMk/>
            <pc:sldMk cId="3341583003" sldId="513"/>
            <ac:picMk id="11" creationId="{A11F28BF-46FA-2352-9B22-57C29814E4C8}"/>
          </ac:picMkLst>
        </pc:picChg>
      </pc:sldChg>
      <pc:sldChg chg="addSp modSp new mod">
        <pc:chgData name="Ignacio Hector Caviglia" userId="3fee0988-6c20-4138-8d44-544a5098d377" providerId="ADAL" clId="{E38CA375-B9F8-479D-9119-80579E771090}" dt="2026-10-18T18:01:15.091" v="1958" actId="20577"/>
        <pc:sldMkLst>
          <pc:docMk/>
          <pc:sldMk cId="149995564" sldId="514"/>
        </pc:sldMkLst>
        <pc:spChg chg="mod">
          <ac:chgData name="Ignacio Hector Caviglia" userId="3fee0988-6c20-4138-8d44-544a5098d377" providerId="ADAL" clId="{E38CA375-B9F8-479D-9119-80579E771090}" dt="2026-10-18T17:46:13.438" v="1509"/>
          <ac:spMkLst>
            <pc:docMk/>
            <pc:sldMk cId="149995564" sldId="514"/>
            <ac:spMk id="2" creationId="{1022E0B2-B60C-962B-EF18-8F156F63ADA4}"/>
          </ac:spMkLst>
        </pc:spChg>
        <pc:spChg chg="mod">
          <ac:chgData name="Ignacio Hector Caviglia" userId="3fee0988-6c20-4138-8d44-544a5098d377" providerId="ADAL" clId="{E38CA375-B9F8-479D-9119-80579E771090}" dt="2026-10-18T18:01:15.091" v="1958" actId="20577"/>
          <ac:spMkLst>
            <pc:docMk/>
            <pc:sldMk cId="149995564" sldId="514"/>
            <ac:spMk id="3" creationId="{67287634-C613-8860-582C-505D100D3665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5:57.002" v="341"/>
          <ac:graphicFrameMkLst>
            <pc:docMk/>
            <pc:sldMk cId="149995564" sldId="514"/>
            <ac:graphicFrameMk id="7" creationId="{75FE5DEB-5F9E-55A7-1DBF-3A1137B6B480}"/>
          </ac:graphicFrameMkLst>
        </pc:graphicFrameChg>
      </pc:sldChg>
      <pc:sldChg chg="modSp add del mod">
        <pc:chgData name="Ignacio Hector Caviglia" userId="3fee0988-6c20-4138-8d44-544a5098d377" providerId="ADAL" clId="{E38CA375-B9F8-479D-9119-80579E771090}" dt="2026-10-18T15:56:51.357" v="106" actId="47"/>
        <pc:sldMkLst>
          <pc:docMk/>
          <pc:sldMk cId="244703015" sldId="2134806225"/>
        </pc:sldMkLst>
        <pc:spChg chg="mod">
          <ac:chgData name="Ignacio Hector Caviglia" userId="3fee0988-6c20-4138-8d44-544a5098d377" providerId="ADAL" clId="{E38CA375-B9F8-479D-9119-80579E771090}" dt="2026-10-18T15:29:41.872" v="58"/>
          <ac:spMkLst>
            <pc:docMk/>
            <pc:sldMk cId="244703015" sldId="2134806225"/>
            <ac:spMk id="2" creationId="{5D8E299B-C638-EA08-5B1B-275B4EAFF884}"/>
          </ac:spMkLst>
        </pc:spChg>
        <pc:graphicFrameChg chg="mod">
          <ac:chgData name="Ignacio Hector Caviglia" userId="3fee0988-6c20-4138-8d44-544a5098d377" providerId="ADAL" clId="{E38CA375-B9F8-479D-9119-80579E771090}" dt="2026-10-18T15:29:41.888" v="60"/>
          <ac:graphicFrameMkLst>
            <pc:docMk/>
            <pc:sldMk cId="244703015" sldId="2134806225"/>
            <ac:graphicFrameMk id="3" creationId="{684041D3-A1DB-485E-5CAB-6C39F313CFFD}"/>
          </ac:graphicFrameMkLst>
        </pc:graphicFrameChg>
      </pc:sldChg>
      <pc:sldChg chg="modSp add del mod">
        <pc:chgData name="Ignacio Hector Caviglia" userId="3fee0988-6c20-4138-8d44-544a5098d377" providerId="ADAL" clId="{E38CA375-B9F8-479D-9119-80579E771090}" dt="2026-10-18T15:30:06.390" v="68"/>
        <pc:sldMkLst>
          <pc:docMk/>
          <pc:sldMk cId="721059297" sldId="2134806226"/>
        </pc:sldMkLst>
        <pc:spChg chg="mod">
          <ac:chgData name="Ignacio Hector Caviglia" userId="3fee0988-6c20-4138-8d44-544a5098d377" providerId="ADAL" clId="{E38CA375-B9F8-479D-9119-80579E771090}" dt="2026-10-18T15:30:05.274" v="64"/>
          <ac:spMkLst>
            <pc:docMk/>
            <pc:sldMk cId="721059297" sldId="2134806226"/>
            <ac:spMk id="2" creationId="{5D8E299B-C638-EA08-5B1B-275B4EAFF884}"/>
          </ac:spMkLst>
        </pc:spChg>
        <pc:graphicFrameChg chg="mod">
          <ac:chgData name="Ignacio Hector Caviglia" userId="3fee0988-6c20-4138-8d44-544a5098d377" providerId="ADAL" clId="{E38CA375-B9F8-479D-9119-80579E771090}" dt="2026-10-18T15:30:06.390" v="68"/>
          <ac:graphicFrameMkLst>
            <pc:docMk/>
            <pc:sldMk cId="721059297" sldId="2134806226"/>
            <ac:graphicFrameMk id="3" creationId="{684041D3-A1DB-485E-5CAB-6C39F313CFFD}"/>
          </ac:graphicFrameMkLst>
        </pc:graphicFrameChg>
        <pc:graphicFrameChg chg="mod">
          <ac:chgData name="Ignacio Hector Caviglia" userId="3fee0988-6c20-4138-8d44-544a5098d377" providerId="ADAL" clId="{E38CA375-B9F8-479D-9119-80579E771090}" dt="2026-10-18T15:30:04.736" v="61"/>
          <ac:graphicFrameMkLst>
            <pc:docMk/>
            <pc:sldMk cId="721059297" sldId="2134806226"/>
            <ac:graphicFrameMk id="8" creationId="{E96D63C2-4FC1-DF84-A1A3-CCDD1E0585E2}"/>
          </ac:graphicFrameMkLst>
        </pc:graphicFrameChg>
      </pc:sldChg>
      <pc:sldMasterChg chg="delSldLayout">
        <pc:chgData name="Ignacio Hector Caviglia" userId="3fee0988-6c20-4138-8d44-544a5098d377" providerId="ADAL" clId="{E38CA375-B9F8-479D-9119-80579E771090}" dt="2026-10-18T15:56:51.357" v="106" actId="47"/>
        <pc:sldMasterMkLst>
          <pc:docMk/>
          <pc:sldMasterMk cId="2454702602" sldId="2147483662"/>
        </pc:sldMasterMkLst>
        <pc:sldLayoutChg chg="del">
          <pc:chgData name="Ignacio Hector Caviglia" userId="3fee0988-6c20-4138-8d44-544a5098d377" providerId="ADAL" clId="{E38CA375-B9F8-479D-9119-80579E771090}" dt="2026-10-18T15:56:51.357" v="106" actId="47"/>
          <pc:sldLayoutMkLst>
            <pc:docMk/>
            <pc:sldMasterMk cId="2454702602" sldId="2147483662"/>
            <pc:sldLayoutMk cId="1369573611" sldId="2147483678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EE5436C8-1F12-977F-6ACA-15B788410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04D2BAA8-A563-0D13-D225-ABE2D961C3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58AEF35A-E6D5-9E5B-1FD2-C76BEEFC1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781DC4C9-7CE1-1E20-D42A-C8AB14F11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9">
            <a:extLst>
              <a:ext uri="{FF2B5EF4-FFF2-40B4-BE49-F238E27FC236}">
                <a16:creationId xmlns:a16="http://schemas.microsoft.com/office/drawing/2014/main" id="{279C4567-9491-70D1-2F1E-9C21CE63F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6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7E6E99-47FE-2308-91AC-209AB3E048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dirty="0"/>
              <a:t>A deconstructed comparison of DWM and LES wake aerodynamics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Wake Aerodynamics special course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27688" y="6306820"/>
            <a:ext cx="963612" cy="487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 dirty="0">
                <a:solidFill>
                  <a:srgbClr val="37424A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Classification: Public
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6EF3636-3D89-3F5C-0EAA-69D15CF7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2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9.gif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6" Type="http://schemas.openxmlformats.org/officeDocument/2006/relationships/image" Target="../media/image8.gif"/><Relationship Id="rId5" Type="http://schemas.openxmlformats.org/officeDocument/2006/relationships/image" Target="../media/image7.gif"/><Relationship Id="rId4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5" Type="http://schemas.openxmlformats.org/officeDocument/2006/relationships/image" Target="../media/image10.png"/><Relationship Id="rId4" Type="http://schemas.openxmlformats.org/officeDocument/2006/relationships/image" Target="../media/image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5" Type="http://schemas.openxmlformats.org/officeDocument/2006/relationships/image" Target="../media/image11.svg"/><Relationship Id="rId4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5" Type="http://schemas.openxmlformats.org/officeDocument/2006/relationships/image" Target="../media/image12.gif"/><Relationship Id="rId4" Type="http://schemas.openxmlformats.org/officeDocument/2006/relationships/image" Target="../media/image5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5" Type="http://schemas.openxmlformats.org/officeDocument/2006/relationships/image" Target="../media/image13.svg"/><Relationship Id="rId4" Type="http://schemas.openxmlformats.org/officeDocument/2006/relationships/image" Target="../media/image5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5" Type="http://schemas.openxmlformats.org/officeDocument/2006/relationships/image" Target="../media/image14.svg"/><Relationship Id="rId4" Type="http://schemas.openxmlformats.org/officeDocument/2006/relationships/image" Target="../media/image5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4" Type="http://schemas.openxmlformats.org/officeDocument/2006/relationships/image" Target="../media/image5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16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14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759031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 &amp; Ignacio Héctor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09FD4E48-665B-257B-23D0-0BD33FB9F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10/18/2026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06B9FCE2-F651-8C7C-624E-1753F7AAD67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45924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6B9FCE2-F651-8C7C-624E-1753F7AAD6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50319D6-C188-9408-5641-BEDFBB98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4CAD9-674C-AB63-DAE6-2DACC5C29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4726" y="1706328"/>
            <a:ext cx="6480720" cy="454557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IEC standard 61400-1 Ed. 4 </a:t>
            </a:r>
            <a:r>
              <a:rPr lang="en-US" dirty="0"/>
              <a:t>recommends two models for the wake added turbulence: </a:t>
            </a:r>
            <a:r>
              <a:rPr lang="en-US" b="1" dirty="0"/>
              <a:t>Sten Frandsen (SF) </a:t>
            </a:r>
            <a:r>
              <a:rPr lang="en-US" dirty="0"/>
              <a:t>and</a:t>
            </a:r>
            <a:r>
              <a:rPr lang="en-US" b="1" dirty="0"/>
              <a:t> Dynamic Wake Meandering (DWM)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General scientific agreement that </a:t>
            </a:r>
            <a:r>
              <a:rPr lang="en-US" b="1" dirty="0"/>
              <a:t>SF </a:t>
            </a:r>
            <a:r>
              <a:rPr lang="en-US" b="1" dirty="0">
                <a:solidFill>
                  <a:srgbClr val="FF0000"/>
                </a:solidFill>
              </a:rPr>
              <a:t>overpredicts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DWM </a:t>
            </a:r>
            <a:r>
              <a:rPr lang="en-US" b="1" dirty="0">
                <a:solidFill>
                  <a:schemeClr val="accent2"/>
                </a:solidFill>
              </a:rPr>
              <a:t>underpredicts</a:t>
            </a:r>
            <a:r>
              <a:rPr lang="en-US" dirty="0"/>
              <a:t> damage equivalent loads (DEL):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DC475-40A2-115E-B27D-EFC0DA5AAC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9F3E2-ADE3-F08B-6F67-C69BBC0B0B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E0C77DF-648F-8665-9C34-79A0E22F98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01C7F9-30B0-4FBC-A6B8-8308C5D46E4D}" type="datetime1">
              <a:rPr lang="en-US" smtClean="0"/>
              <a:t>10/18/2026</a:t>
            </a:fld>
            <a:endParaRPr lang="en-US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547ABE4C-9CC1-73AE-53C8-A9545D630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07475"/>
              </p:ext>
            </p:extLst>
          </p:nvPr>
        </p:nvGraphicFramePr>
        <p:xfrm>
          <a:off x="694606" y="3573016"/>
          <a:ext cx="11132466" cy="259554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263813">
                  <a:extLst>
                    <a:ext uri="{9D8B030D-6E8A-4147-A177-3AD203B41FA5}">
                      <a16:colId xmlns:a16="http://schemas.microsoft.com/office/drawing/2014/main" val="447450146"/>
                    </a:ext>
                  </a:extLst>
                </a:gridCol>
                <a:gridCol w="4157831">
                  <a:extLst>
                    <a:ext uri="{9D8B030D-6E8A-4147-A177-3AD203B41FA5}">
                      <a16:colId xmlns:a16="http://schemas.microsoft.com/office/drawing/2014/main" val="787903965"/>
                    </a:ext>
                  </a:extLst>
                </a:gridCol>
                <a:gridCol w="3710822">
                  <a:extLst>
                    <a:ext uri="{9D8B030D-6E8A-4147-A177-3AD203B41FA5}">
                      <a16:colId xmlns:a16="http://schemas.microsoft.com/office/drawing/2014/main" val="223513236"/>
                    </a:ext>
                  </a:extLst>
                </a:gridCol>
              </a:tblGrid>
              <a:tr h="370792"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Source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SF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DWM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2404647757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Steiner, et al. (2025) [1]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bot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75% lower </a:t>
                      </a:r>
                      <a:r>
                        <a:rPr lang="en-US" sz="1400" noProof="0" dirty="0"/>
                        <a:t>than LES + HAWC2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623665890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Bernard, et al. (2024) [2]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28%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35%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957335546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Reinwardt</a:t>
                      </a:r>
                      <a:r>
                        <a:rPr lang="en-US" sz="1400" noProof="0" dirty="0"/>
                        <a:t>, et al. (2021) [3]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10-40% higher</a:t>
                      </a:r>
                      <a:r>
                        <a:rPr lang="en-US" sz="1400" noProof="0" dirty="0"/>
                        <a:t> 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2-10%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721164362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(2017) [4]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20%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539712755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Andersen, et al. (2016) [5]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Effective TI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20-30% higher </a:t>
                      </a:r>
                      <a:r>
                        <a:rPr lang="en-US" sz="1400" noProof="0" dirty="0"/>
                        <a:t>than LES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284663124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(2013) [6]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15-20% lower </a:t>
                      </a:r>
                      <a:r>
                        <a:rPr lang="en-US" sz="1400" noProof="0" dirty="0"/>
                        <a:t>than measurements 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88303337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BB915CE0-19D3-0C68-3859-08FD46199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677" y="1135811"/>
            <a:ext cx="3164073" cy="22508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0568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hinkcell data - do not delete" hidden="1">
            <a:extLst>
              <a:ext uri="{FF2B5EF4-FFF2-40B4-BE49-F238E27FC236}">
                <a16:creationId xmlns:a16="http://schemas.microsoft.com/office/drawing/2014/main" id="{B37C0049-C0D8-AF08-A5E5-F1CBFAAE6F9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539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37C0049-C0D8-AF08-A5E5-F1CBFAAE6F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E6AA1EE-EFFC-8F39-F3F9-7790DCA04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1821B-A6CE-F6CD-5475-595FB6E6D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129FE-6AF0-E804-BD00-389D3FA3DB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551F4FC-68E6-47AD-C9D0-11B0446D834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A32A5FA-70CC-411E-93C0-21EE3B8C34BC}" type="datetime1">
              <a:rPr lang="en-US" smtClean="0"/>
              <a:t>10/18/2026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C8DF95-B1AE-A1AF-6DB0-AB2FCD114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3" r="23529"/>
          <a:stretch>
            <a:fillRect/>
          </a:stretch>
        </p:blipFill>
        <p:spPr>
          <a:xfrm>
            <a:off x="766614" y="2297980"/>
            <a:ext cx="3669930" cy="3920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784730-F3F9-1EEA-8C2C-A86D4618BA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r="23682"/>
          <a:stretch>
            <a:fillRect/>
          </a:stretch>
        </p:blipFill>
        <p:spPr>
          <a:xfrm>
            <a:off x="4563729" y="2289015"/>
            <a:ext cx="3424519" cy="39203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C393EA-7D89-7072-BB67-2C8A512034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328" r="23170"/>
          <a:stretch>
            <a:fillRect/>
          </a:stretch>
        </p:blipFill>
        <p:spPr>
          <a:xfrm>
            <a:off x="8083852" y="2289015"/>
            <a:ext cx="3563047" cy="39589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9F069A-9835-1645-70ED-E6A04A837AC1}"/>
              </a:ext>
            </a:extLst>
          </p:cNvPr>
          <p:cNvSpPr txBox="1"/>
          <p:nvPr/>
        </p:nvSpPr>
        <p:spPr>
          <a:xfrm>
            <a:off x="1012025" y="1828801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SF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134A61-2539-AE9E-5B4C-53EE23B9C28B}"/>
              </a:ext>
            </a:extLst>
          </p:cNvPr>
          <p:cNvSpPr txBox="1"/>
          <p:nvPr/>
        </p:nvSpPr>
        <p:spPr>
          <a:xfrm>
            <a:off x="4477530" y="1828801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DWM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E8E44-8D01-1438-5B68-29FDEFA8243F}"/>
              </a:ext>
            </a:extLst>
          </p:cNvPr>
          <p:cNvSpPr txBox="1"/>
          <p:nvPr/>
        </p:nvSpPr>
        <p:spPr>
          <a:xfrm>
            <a:off x="8265655" y="1828801"/>
            <a:ext cx="3551704" cy="371513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093C9D-A71F-D78F-8072-771C702B1A72}"/>
              </a:ext>
            </a:extLst>
          </p:cNvPr>
          <p:cNvSpPr/>
          <p:nvPr/>
        </p:nvSpPr>
        <p:spPr bwMode="auto">
          <a:xfrm>
            <a:off x="4477531" y="1730646"/>
            <a:ext cx="3606322" cy="4478750"/>
          </a:xfrm>
          <a:prstGeom prst="rect">
            <a:avLst/>
          </a:prstGeom>
          <a:noFill/>
          <a:ln w="76200" cap="flat" cmpd="sng" algn="ctr">
            <a:solidFill>
              <a:srgbClr val="C0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8795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A0769AC-D3E3-CCCB-07FB-72EECD4CDA5A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0955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A0769AC-D3E3-CCCB-07FB-72EECD4CDA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CD16A42-3C94-D6AA-DA74-2EC1CC1EA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4FFBC-1746-623E-4225-D031BAA48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 assumption of DWM: the transport of the wake deficit can be described as a </a:t>
            </a:r>
            <a:r>
              <a:rPr lang="en-US" b="1" dirty="0"/>
              <a:t>passive-tracer </a:t>
            </a:r>
            <a:r>
              <a:rPr lang="en-US" dirty="0"/>
              <a:t>driven by large-scale turbulence</a:t>
            </a:r>
          </a:p>
          <a:p>
            <a:endParaRPr lang="en-US" dirty="0"/>
          </a:p>
          <a:p>
            <a:r>
              <a:rPr lang="en-US" dirty="0"/>
              <a:t>This implies that there exists a moving frame of reference, where the </a:t>
            </a:r>
            <a:r>
              <a:rPr lang="en-US" b="1" dirty="0"/>
              <a:t>wake deficit is independent of the large-scale motions</a:t>
            </a:r>
          </a:p>
          <a:p>
            <a:endParaRPr lang="en-US" b="1" dirty="0"/>
          </a:p>
          <a:p>
            <a:r>
              <a:rPr lang="en-US" dirty="0"/>
              <a:t>We will attempt to ”</a:t>
            </a:r>
            <a:r>
              <a:rPr lang="en-US" dirty="0" err="1"/>
              <a:t>unsmear</a:t>
            </a:r>
            <a:r>
              <a:rPr lang="en-US" dirty="0"/>
              <a:t>” the effects of wake meandering from an LES flow, to </a:t>
            </a:r>
            <a:r>
              <a:rPr lang="en-US" b="1" dirty="0"/>
              <a:t>test whether meandering can be treated as independent from wake evolution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4848F-85A1-49EE-7CEF-0E8CFF880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73DB9-F191-2DBC-CCE0-913D753734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A0487B0-CB35-8C25-3F49-1A2E64AAF93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EDC62A-EA21-479E-8996-888308C5414C}" type="datetime1">
              <a:rPr lang="en-US" smtClean="0"/>
              <a:t>10/18/2026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1F28BF-46FA-2352-9B22-57C29814E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582" y="4289143"/>
            <a:ext cx="4998662" cy="21641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401C504-F43D-136F-400D-030562089AB4}"/>
              </a:ext>
            </a:extLst>
          </p:cNvPr>
          <p:cNvSpPr txBox="1"/>
          <p:nvPr/>
        </p:nvSpPr>
        <p:spPr>
          <a:xfrm>
            <a:off x="9047534" y="6241019"/>
            <a:ext cx="23149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Source: T.J. Larsen et al. 2012 </a:t>
            </a:r>
          </a:p>
        </p:txBody>
      </p:sp>
    </p:spTree>
    <p:extLst>
      <p:ext uri="{BB962C8B-B14F-4D97-AF65-F5344CB8AC3E}">
        <p14:creationId xmlns:p14="http://schemas.microsoft.com/office/powerpoint/2010/main" val="3341583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cell data - do not delete" hidden="1">
            <a:extLst>
              <a:ext uri="{FF2B5EF4-FFF2-40B4-BE49-F238E27FC236}">
                <a16:creationId xmlns:a16="http://schemas.microsoft.com/office/drawing/2014/main" id="{653747DB-500C-F72B-C6D9-04CDF4DED38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6856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53747DB-500C-F72B-C6D9-04CDF4DED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9039D-58FB-90CE-8ED3-A9440DBEA3EB}"/>
              </a:ext>
            </a:extLst>
          </p:cNvPr>
          <p:cNvSpPr txBox="1">
            <a:spLocks/>
          </p:cNvSpPr>
          <p:nvPr/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LES simulation results available: </a:t>
            </a:r>
          </a:p>
          <a:p>
            <a:pPr lvl="1"/>
            <a:r>
              <a:rPr lang="en-US" kern="0" dirty="0"/>
              <a:t>Single WTG (IEA 22MW): modeled as an actuator disc coupled to HAWC2</a:t>
            </a:r>
          </a:p>
          <a:p>
            <a:pPr lvl="1"/>
            <a:r>
              <a:rPr lang="en-US" kern="0" dirty="0"/>
              <a:t>Conventionally neutral boundary layer</a:t>
            </a:r>
          </a:p>
          <a:p>
            <a:pPr lvl="1"/>
            <a:r>
              <a:rPr lang="en-US" kern="0" dirty="0"/>
              <a:t>Resolution of 32 cells per diameter </a:t>
            </a:r>
          </a:p>
          <a:p>
            <a:pPr lvl="1"/>
            <a:r>
              <a:rPr lang="en-US" kern="0" dirty="0"/>
              <a:t>Wind speed planes (Y-Z) at 5D and 10D downstream the WTG, also 2D upstream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7488D8A-FD9D-A3E2-0B4D-4ED61146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85647"/>
            <a:ext cx="9312374" cy="513195"/>
          </a:xfrm>
        </p:spPr>
        <p:txBody>
          <a:bodyPr vert="horz" rIns="0"/>
          <a:lstStyle/>
          <a:p>
            <a:r>
              <a:rPr lang="en-US" dirty="0"/>
              <a:t>Set-up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039CF2-45DE-5432-1414-79802D7E85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87466" y="6541200"/>
            <a:ext cx="3286894" cy="3168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FE0B0B-AAB4-C020-BDFB-8F6380B68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6450" y="6541200"/>
            <a:ext cx="432600" cy="316800"/>
          </a:xfrm>
        </p:spPr>
        <p:txBody>
          <a:bodyPr anchor="ctr">
            <a:normAutofit/>
          </a:bodyPr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41B0FF26-B205-9AAD-A80E-C8C015796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504" b="2300"/>
          <a:stretch>
            <a:fillRect/>
          </a:stretch>
        </p:blipFill>
        <p:spPr bwMode="auto">
          <a:xfrm>
            <a:off x="1793521" y="3445443"/>
            <a:ext cx="9312275" cy="3079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Date Placeholder 9">
            <a:extLst>
              <a:ext uri="{FF2B5EF4-FFF2-40B4-BE49-F238E27FC236}">
                <a16:creationId xmlns:a16="http://schemas.microsoft.com/office/drawing/2014/main" id="{82C78FE6-A666-B414-4483-5F9564CA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308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7DF50539-128F-0CB4-5E53-944B2775D1B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39100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DF50539-128F-0CB4-5E53-944B2775D1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F612DB9-1130-E7CC-D701-F046DB80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Flow visualization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73620BD-50F9-AD62-F4BF-01DE69CD41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66AF09-4663-6AAD-3F9E-A19FB4C05D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39E92-28CE-E458-3B8D-505355CB42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245F3CB-1E57-182F-6590-8B6960A6D53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EAB4983-738D-48EC-8B3B-68BEDA0D2F3E}" type="datetime1">
              <a:rPr lang="en-US" smtClean="0"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778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6602404A-5445-2E73-65E2-07904BD893C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136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602404A-5445-2E73-65E2-07904BD893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133D0-575F-87D0-6120-C35AACAAA2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55D8A-A323-FAE3-DE97-3097534852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D0CAB-C913-5A94-5886-FB2E29391F8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10/18/2026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CDD283D-C942-594E-9CE2-628C0D0CA7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8627"/>
          <a:stretch>
            <a:fillRect/>
          </a:stretch>
        </p:blipFill>
        <p:spPr bwMode="auto">
          <a:xfrm>
            <a:off x="2121383" y="1398842"/>
            <a:ext cx="7947645" cy="5083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C86370-FB49-9955-657E-44133835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“</a:t>
            </a:r>
            <a:r>
              <a:rPr lang="en-US" dirty="0" err="1"/>
              <a:t>Unsmear</a:t>
            </a:r>
            <a:r>
              <a:rPr lang="en-US" dirty="0"/>
              <a:t>” workflow</a:t>
            </a:r>
          </a:p>
        </p:txBody>
      </p:sp>
    </p:spTree>
    <p:extLst>
      <p:ext uri="{BB962C8B-B14F-4D97-AF65-F5344CB8AC3E}">
        <p14:creationId xmlns:p14="http://schemas.microsoft.com/office/powerpoint/2010/main" val="2945351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1553FD90-D78D-4B37-E40D-F1DE34025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4268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553FD90-D78D-4B37-E40D-F1DE340258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406AECF-746F-7297-C12C-524ED3F3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Comparison against 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2054DC-D8E4-F217-0C62-7D85B41FF7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CA3DC-0419-B96F-45D7-1808A9330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1FE69-652C-87DE-CEA7-27158B8255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DDD185C-54EB-0951-C773-074165231D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C5294D-B014-4D29-AA72-4A0BF09E1C4A}" type="datetime1">
              <a:rPr lang="en-US" smtClean="0"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0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5FE5DEB-5F9E-55A7-1DBF-3A1137B6B48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945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5FE5DEB-5F9E-55A7-1DBF-3A1137B6B4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022E0B2-B60C-962B-EF18-8F156F63A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87634-C613-8860-582C-505D100D3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load results (HAWC2) using directly the LES flow vs the “re-constructed” flow match -&gt; the passive-tracer hypothesis is an acceptable assumption for load estimations</a:t>
            </a:r>
          </a:p>
          <a:p>
            <a:endParaRPr lang="en-US" dirty="0"/>
          </a:p>
          <a:p>
            <a:r>
              <a:rPr lang="en-US" dirty="0"/>
              <a:t>If not -&gt; this could explain the lack of accuracy of loads </a:t>
            </a:r>
            <a:r>
              <a:rPr lang="en-US"/>
              <a:t>obtained using DWM 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513FC0-4B8F-935B-C832-1F6033700D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71B11-1C75-EC94-1566-779283BEEF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BD61BB2-324F-FF91-8098-891EEA4C86C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D9374DD-2CF8-48AC-AE4D-01936855A4EC}" type="datetime1">
              <a:rPr lang="en-US" smtClean="0"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5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8781DCCF-826B-9B70-389A-86B42F110B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 &amp; 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BCC8F361-2630-973B-06E4-4ACD2397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10/18/2026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35C25-E22D-0B86-5C66-32D3DD371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CA5B3-3CB6-ECC6-B33B-3BC2BB326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6108-E43F-5858-ACA8-5CC4B44DE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48FB5-216F-21F5-A79B-0CED920279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4D4F73-D083-D48A-B045-D445744C46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82D8FECE-C180-F0A0-DFDA-2356AC215D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10/18/2026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8037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5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6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7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8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Props1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9A4C5C1-E379-42C2-9CE4-96EAD0C517EB}">
  <ds:schemaRefs/>
</ds:datastoreItem>
</file>

<file path=customXml/itemProps3.xml><?xml version="1.0" encoding="utf-8"?>
<ds:datastoreItem xmlns:ds="http://schemas.openxmlformats.org/officeDocument/2006/customXml" ds:itemID="{F5CD6E9F-EB95-4B70-B601-F184015A4F9D}">
  <ds:schemaRefs/>
</ds:datastoreItem>
</file>

<file path=customXml/itemProps4.xml><?xml version="1.0" encoding="utf-8"?>
<ds:datastoreItem xmlns:ds="http://schemas.openxmlformats.org/officeDocument/2006/customXml" ds:itemID="{1334258C-C3E7-4029-A615-C886A240FB15}">
  <ds:schemaRefs/>
</ds:datastoreItem>
</file>

<file path=customXml/itemProps5.xml><?xml version="1.0" encoding="utf-8"?>
<ds:datastoreItem xmlns:ds="http://schemas.openxmlformats.org/officeDocument/2006/customXml" ds:itemID="{B917EF7A-B11F-4137-A061-E3AFCEC45668}">
  <ds:schemaRefs/>
</ds:datastoreItem>
</file>

<file path=customXml/itemProps6.xml><?xml version="1.0" encoding="utf-8"?>
<ds:datastoreItem xmlns:ds="http://schemas.openxmlformats.org/officeDocument/2006/customXml" ds:itemID="{C086A146-0E09-4AA0-A3DC-33B2C18DA71A}">
  <ds:schemaRefs/>
</ds:datastoreItem>
</file>

<file path=customXml/itemProps7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8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9.xml><?xml version="1.0" encoding="utf-8"?>
<ds:datastoreItem xmlns:ds="http://schemas.openxmlformats.org/officeDocument/2006/customXml" ds:itemID="{9264A7C6-73F2-4A78-AE58-B921BC9D921C}">
  <ds:schemaRefs/>
</ds:datastoreItem>
</file>

<file path=customXml/itemProps10.xml><?xml version="1.0" encoding="utf-8"?>
<ds:datastoreItem xmlns:ds="http://schemas.openxmlformats.org/officeDocument/2006/customXml" ds:itemID="{256B63E5-69B6-464D-863A-E47835EE7289}">
  <ds:schemaRefs/>
</ds:datastoreItem>
</file>

<file path=customXml/itemProps11.xml><?xml version="1.0" encoding="utf-8"?>
<ds:datastoreItem xmlns:ds="http://schemas.openxmlformats.org/officeDocument/2006/customXml" ds:itemID="{2EB4C41E-0201-403E-B674-C35FC9D83F82}">
  <ds:schemaRefs/>
</ds:datastoreItem>
</file>

<file path=customXml/itemProps12.xml><?xml version="1.0" encoding="utf-8"?>
<ds:datastoreItem xmlns:ds="http://schemas.openxmlformats.org/officeDocument/2006/customXml" ds:itemID="{89E65983-BEBD-4684-8266-29F51A82FD68}">
  <ds:schemaRefs/>
</ds:datastoreItem>
</file>

<file path=customXml/itemProps13.xml><?xml version="1.0" encoding="utf-8"?>
<ds:datastoreItem xmlns:ds="http://schemas.openxmlformats.org/officeDocument/2006/customXml" ds:itemID="{747FA701-153C-414F-9076-93D6EB8F30A9}">
  <ds:schemaRefs/>
</ds:datastoreItem>
</file>

<file path=customXml/itemProps14.xml><?xml version="1.0" encoding="utf-8"?>
<ds:datastoreItem xmlns:ds="http://schemas.openxmlformats.org/officeDocument/2006/customXml" ds:itemID="{27900B32-6883-412F-8FAC-916A5B87173E}">
  <ds:schemaRefs/>
</ds:datastoreItem>
</file>

<file path=customXml/itemProps15.xml><?xml version="1.0" encoding="utf-8"?>
<ds:datastoreItem xmlns:ds="http://schemas.openxmlformats.org/officeDocument/2006/customXml" ds:itemID="{0A0F7F37-D167-4B30-B1F7-9A6095DD8E5E}">
  <ds:schemaRefs/>
</ds:datastoreItem>
</file>

<file path=docMetadata/LabelInfo.xml><?xml version="1.0" encoding="utf-8"?>
<clbl:labelList xmlns:clbl="http://schemas.microsoft.com/office/2020/mipLabelMetadata">
  <clbl:label id="{c54a7a20-be22-4e5c-97bd-277f45e221d0}" enabled="1" method="Privilege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535</Words>
  <Application>Microsoft Office PowerPoint</Application>
  <PresentationFormat>Custom</PresentationFormat>
  <Paragraphs>99</Paragraphs>
  <Slides>11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Verdana</vt:lpstr>
      <vt:lpstr>Blank</vt:lpstr>
      <vt:lpstr>thinkcell Slide</vt:lpstr>
      <vt:lpstr>A deconstructed comparison of DWM and LES wake aerodynamics</vt:lpstr>
      <vt:lpstr>Motivation</vt:lpstr>
      <vt:lpstr>Motivation</vt:lpstr>
      <vt:lpstr>Motivation</vt:lpstr>
      <vt:lpstr>Set-up</vt:lpstr>
      <vt:lpstr>Flow visualization</vt:lpstr>
      <vt:lpstr>Methodology: “Unsmear” workflow</vt:lpstr>
      <vt:lpstr>Methodology: Comparison against LES</vt:lpstr>
      <vt:lpstr>Expected outcomes</vt:lpstr>
      <vt:lpstr>A deconstructed comparison of DWM and LES wake aerodynamics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Ignacio Hector Caviglia</cp:lastModifiedBy>
  <cp:revision>12</cp:revision>
  <dcterms:created xsi:type="dcterms:W3CDTF">2026-10-05T14:51:38Z</dcterms:created>
  <dcterms:modified xsi:type="dcterms:W3CDTF">2026-10-18T18:01:16Z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Public
</vt:lpwstr>
  </property>
</Properties>
</file>